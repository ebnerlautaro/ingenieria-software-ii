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  <p:sldMasterId id="214748369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Golos Text"/>
      <p:regular r:id="rId17"/>
      <p:bold r:id="rId18"/>
    </p:embeddedFont>
    <p:embeddedFont>
      <p:font typeface="Commissioner SemiBold"/>
      <p:regular r:id="rId19"/>
      <p:bold r:id="rId20"/>
    </p:embeddedFont>
    <p:embeddedFont>
      <p:font typeface="Commissioner"/>
      <p:regular r:id="rId21"/>
      <p:bold r:id="rId22"/>
    </p:embeddedFont>
    <p:embeddedFont>
      <p:font typeface="Roboto Mono"/>
      <p:regular r:id="rId23"/>
      <p:bold r:id="rId24"/>
      <p:italic r:id="rId25"/>
      <p:boldItalic r:id="rId26"/>
    </p:embeddedFont>
    <p:embeddedFont>
      <p:font typeface="Golos Tex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51B27B-E7D0-4764-8F6D-16A2D9EE8022}">
  <a:tblStyle styleId="{5751B27B-E7D0-4764-8F6D-16A2D9EE80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missionerSemiBold-bold.fntdata"/><Relationship Id="rId22" Type="http://schemas.openxmlformats.org/officeDocument/2006/relationships/font" Target="fonts/Commissioner-bold.fntdata"/><Relationship Id="rId21" Type="http://schemas.openxmlformats.org/officeDocument/2006/relationships/font" Target="fonts/Commissioner-regular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GolosTextSemiBold-bold.fntdata"/><Relationship Id="rId27" Type="http://schemas.openxmlformats.org/officeDocument/2006/relationships/font" Target="fonts/GolosTextSemiBol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GolosText-regular.fntdata"/><Relationship Id="rId16" Type="http://schemas.openxmlformats.org/officeDocument/2006/relationships/slide" Target="slides/slide9.xml"/><Relationship Id="rId19" Type="http://schemas.openxmlformats.org/officeDocument/2006/relationships/font" Target="fonts/CommissionerSemiBold-regular.fntdata"/><Relationship Id="rId18" Type="http://schemas.openxmlformats.org/officeDocument/2006/relationships/font" Target="fonts/GolosTex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def794c2d_1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0def794c2d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0def794c2d_1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0def794c2d_1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0def794c2d_1_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0def794c2d_1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0def794c2d_1_2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0def794c2d_1_2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0df6d1a84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0df6d1a84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0df6d1a8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0df6d1a8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0df6d1a84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0df6d1a84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0def794c2d_1_3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0def794c2d_1_3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0df6d1a84c_2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0df6d1a84c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713225" y="1332200"/>
            <a:ext cx="5004900" cy="19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58" name="Google Shape;58;p14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14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512075" y="2036300"/>
            <a:ext cx="32052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63" name="Google Shape;63;p15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512075" y="3573275"/>
            <a:ext cx="32052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5" name="Google Shape;65;p15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6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72" name="Google Shape;72;p16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16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0" name="Google Shape;80;p17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7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4" name="Google Shape;84;p18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8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86" name="Google Shape;86;p18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" name="Google Shape;87;p18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713225" y="1139000"/>
            <a:ext cx="2789700" cy="16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713225" y="2810700"/>
            <a:ext cx="27897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9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9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94" name="Google Shape;94;p19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19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253750" y="1670575"/>
            <a:ext cx="4636500" cy="18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p20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20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100" name="Google Shape;100;p20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20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2143050" y="1461775"/>
            <a:ext cx="48579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2143050" y="2360663"/>
            <a:ext cx="4857900" cy="12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6" name="Google Shape;106;p21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21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108" name="Google Shape;108;p21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21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1604400" y="1600075"/>
            <a:ext cx="5935200" cy="13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subTitle"/>
          </p:nvPr>
        </p:nvSpPr>
        <p:spPr>
          <a:xfrm>
            <a:off x="1604400" y="2923675"/>
            <a:ext cx="5935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6" name="Google Shape;116;p23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23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118" name="Google Shape;118;p23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23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23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6" name="Google Shape;126;p25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127" name="Google Shape;127;p25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130" name="Google Shape;130;p25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133" name="Google Shape;133;p25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136" name="Google Shape;136;p25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783150" y="1931831"/>
            <a:ext cx="7577700" cy="19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140" name="Google Shape;140;p26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 flipH="1">
            <a:off x="4426725" y="2036300"/>
            <a:ext cx="32052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43" name="Google Shape;143;p27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44" name="Google Shape;144;p27"/>
          <p:cNvSpPr txBox="1"/>
          <p:nvPr>
            <p:ph idx="1" type="subTitle"/>
          </p:nvPr>
        </p:nvSpPr>
        <p:spPr>
          <a:xfrm flipH="1">
            <a:off x="4426725" y="3573275"/>
            <a:ext cx="32052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45" name="Google Shape;145;p27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27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1" name="Google Shape;151;p28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52" name="Google Shape;152;p28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8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4" name="Google Shape;154;p28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55" name="Google Shape;155;p28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7" name="Google Shape;157;p28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158" name="Google Shape;158;p28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2" name="Google Shape;162;p29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9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4" name="Google Shape;164;p29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6" name="Google Shape;166;p29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67" name="Google Shape;167;p29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29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71" name="Google Shape;171;p30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72" name="Google Shape;172;p30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" name="Google Shape;173;p30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176" name="Google Shape;176;p31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32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79" name="Google Shape;179;p32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2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32"/>
          <p:cNvSpPr txBox="1"/>
          <p:nvPr>
            <p:ph type="title"/>
          </p:nvPr>
        </p:nvSpPr>
        <p:spPr>
          <a:xfrm>
            <a:off x="4035075" y="1441250"/>
            <a:ext cx="3428100" cy="1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82" name="Google Shape;182;p32"/>
          <p:cNvSpPr txBox="1"/>
          <p:nvPr>
            <p:ph idx="1" type="subTitle"/>
          </p:nvPr>
        </p:nvSpPr>
        <p:spPr>
          <a:xfrm>
            <a:off x="4035075" y="2568000"/>
            <a:ext cx="34281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183" name="Google Shape;183;p32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84" name="Google Shape;184;p3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32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188" name="Google Shape;188;p3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9" name="Google Shape;189;p33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33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91" name="Google Shape;191;p33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33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948325" y="1409875"/>
            <a:ext cx="48633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5" name="Google Shape;195;p34"/>
          <p:cNvSpPr txBox="1"/>
          <p:nvPr>
            <p:ph idx="1" type="subTitle"/>
          </p:nvPr>
        </p:nvSpPr>
        <p:spPr>
          <a:xfrm>
            <a:off x="948325" y="2172700"/>
            <a:ext cx="4863300" cy="15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6" name="Google Shape;196;p34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34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98" name="Google Shape;198;p34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34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34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1262175" y="1405950"/>
            <a:ext cx="26301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1" type="subTitle"/>
          </p:nvPr>
        </p:nvSpPr>
        <p:spPr>
          <a:xfrm>
            <a:off x="1262175" y="2545038"/>
            <a:ext cx="26301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5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35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06" name="Google Shape;206;p35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35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4746788" y="1405950"/>
            <a:ext cx="26301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1" type="subTitle"/>
          </p:nvPr>
        </p:nvSpPr>
        <p:spPr>
          <a:xfrm>
            <a:off x="4746788" y="2545038"/>
            <a:ext cx="26301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1" name="Google Shape;211;p36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212" name="Google Shape;212;p36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213" name="Google Shape;213;p36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6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36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216" name="Google Shape;216;p36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" name="Google Shape;217;p36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7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37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25" name="Google Shape;225;p37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37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9" name="Google Shape;229;p38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8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8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38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233" name="Google Shape;233;p38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38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9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9" name="Google Shape;239;p39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9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9" name="Google Shape;249;p40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1" name="Google Shape;251;p40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40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53" name="Google Shape;253;p40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40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7" name="Google Shape;257;p41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9" name="Google Shape;259;p41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1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61" name="Google Shape;261;p41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1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1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65" name="Google Shape;265;p41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" name="Google Shape;266;p41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2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1" name="Google Shape;271;p42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2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3" name="Google Shape;273;p42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5" name="Google Shape;275;p42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2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2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9" name="Google Shape;279;p42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" name="Google Shape;280;p42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81" name="Google Shape;281;p42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" name="Google Shape;282;p42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85" name="Google Shape;285;p43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3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87" name="Google Shape;287;p43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3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3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3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95" name="Google Shape;295;p43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3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97" name="Google Shape;297;p43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43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99" name="Google Shape;299;p43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43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304" name="Google Shape;304;p44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305" name="Google Shape;305;p44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306" name="Google Shape;306;p44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p44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8" name="Google Shape;308;p44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s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 by </a:t>
            </a:r>
            <a:r>
              <a:rPr b="1" lang="es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infographics &amp; images by </a:t>
            </a:r>
            <a:r>
              <a:rPr b="1" lang="es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Google Shape;310;p45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45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45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45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46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317" name="Google Shape;317;p46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46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type="ctrTitle"/>
          </p:nvPr>
        </p:nvSpPr>
        <p:spPr>
          <a:xfrm>
            <a:off x="713225" y="1332200"/>
            <a:ext cx="5004900" cy="19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CBMC: C Bounded Model Checker</a:t>
            </a:r>
            <a:endParaRPr/>
          </a:p>
        </p:txBody>
      </p:sp>
      <p:sp>
        <p:nvSpPr>
          <p:cNvPr id="324" name="Google Shape;324;p47"/>
          <p:cNvSpPr txBox="1"/>
          <p:nvPr>
            <p:ph idx="1" type="subTitle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Tiffany Fuentes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Sofía Martinelli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Iván Renison</a:t>
            </a:r>
            <a:endParaRPr/>
          </a:p>
        </p:txBody>
      </p:sp>
      <p:pic>
        <p:nvPicPr>
          <p:cNvPr id="325" name="Google Shape;32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272" y="749100"/>
            <a:ext cx="647980" cy="6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/>
          <p:nvPr/>
        </p:nvSpPr>
        <p:spPr>
          <a:xfrm>
            <a:off x="5045480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1" name="Google Shape;331;p48"/>
          <p:cNvGrpSpPr/>
          <p:nvPr/>
        </p:nvGrpSpPr>
        <p:grpSpPr>
          <a:xfrm>
            <a:off x="0" y="1451000"/>
            <a:ext cx="4108200" cy="3692400"/>
            <a:chOff x="0" y="1451000"/>
            <a:chExt cx="4108200" cy="3692400"/>
          </a:xfrm>
        </p:grpSpPr>
        <p:sp>
          <p:nvSpPr>
            <p:cNvPr id="332" name="Google Shape;332;p48"/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3" name="Google Shape;333;p48"/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4" name="Google Shape;334;p4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/>
              <a:t>Tabl</a:t>
            </a:r>
            <a:r>
              <a:rPr lang="es"/>
              <a:t>a de contenidos</a:t>
            </a:r>
            <a:endParaRPr sz="3100"/>
          </a:p>
        </p:txBody>
      </p:sp>
      <p:sp>
        <p:nvSpPr>
          <p:cNvPr id="335" name="Google Shape;335;p48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de creación y uso de la herramienta.</a:t>
            </a:r>
            <a:endParaRPr/>
          </a:p>
        </p:txBody>
      </p:sp>
      <p:sp>
        <p:nvSpPr>
          <p:cNvPr id="336" name="Google Shape;336;p48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</a:t>
            </a:r>
            <a:endParaRPr/>
          </a:p>
        </p:txBody>
      </p:sp>
      <p:sp>
        <p:nvSpPr>
          <p:cNvPr id="337" name="Google Shape;337;p48"/>
          <p:cNvSpPr txBox="1"/>
          <p:nvPr>
            <p:ph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338" name="Google Shape;338;p48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Funcionamiento interno de la herramienta.</a:t>
            </a:r>
            <a:endParaRPr/>
          </a:p>
        </p:txBody>
      </p:sp>
      <p:sp>
        <p:nvSpPr>
          <p:cNvPr id="339" name="Google Shape;339;p48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Aspectos técnicos</a:t>
            </a:r>
            <a:endParaRPr/>
          </a:p>
        </p:txBody>
      </p:sp>
      <p:sp>
        <p:nvSpPr>
          <p:cNvPr id="340" name="Google Shape;340;p48"/>
          <p:cNvSpPr txBox="1"/>
          <p:nvPr>
            <p:ph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341" name="Google Shape;341;p48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por parte del usuario.</a:t>
            </a:r>
            <a:endParaRPr/>
          </a:p>
        </p:txBody>
      </p:sp>
      <p:sp>
        <p:nvSpPr>
          <p:cNvPr id="342" name="Google Shape;342;p48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de la herramienta</a:t>
            </a:r>
            <a:endParaRPr/>
          </a:p>
        </p:txBody>
      </p:sp>
      <p:sp>
        <p:nvSpPr>
          <p:cNvPr id="343" name="Google Shape;343;p48"/>
          <p:cNvSpPr txBox="1"/>
          <p:nvPr>
            <p:ph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344" name="Google Shape;344;p48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con otras herramientas.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8"/>
          <p:cNvSpPr txBox="1"/>
          <p:nvPr>
            <p:ph idx="14" type="subTitle"/>
          </p:nvPr>
        </p:nvSpPr>
        <p:spPr>
          <a:xfrm>
            <a:off x="5969575" y="3223300"/>
            <a:ext cx="2288700" cy="64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Efectividad</a:t>
            </a:r>
            <a:endParaRPr/>
          </a:p>
        </p:txBody>
      </p:sp>
      <p:sp>
        <p:nvSpPr>
          <p:cNvPr id="346" name="Google Shape;346;p48"/>
          <p:cNvSpPr txBox="1"/>
          <p:nvPr>
            <p:ph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49"/>
          <p:cNvGrpSpPr/>
          <p:nvPr/>
        </p:nvGrpSpPr>
        <p:grpSpPr>
          <a:xfrm>
            <a:off x="0" y="-50"/>
            <a:ext cx="9144000" cy="5143550"/>
            <a:chOff x="0" y="-50"/>
            <a:chExt cx="9144000" cy="5143550"/>
          </a:xfrm>
        </p:grpSpPr>
        <p:sp>
          <p:nvSpPr>
            <p:cNvPr id="352" name="Google Shape;352;p49"/>
            <p:cNvSpPr/>
            <p:nvPr/>
          </p:nvSpPr>
          <p:spPr>
            <a:xfrm>
              <a:off x="0" y="1642453"/>
              <a:ext cx="9144000" cy="98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3" name="Google Shape;353;p49"/>
            <p:cNvGrpSpPr/>
            <p:nvPr/>
          </p:nvGrpSpPr>
          <p:grpSpPr>
            <a:xfrm>
              <a:off x="283800" y="-50"/>
              <a:ext cx="8718300" cy="5143550"/>
              <a:chOff x="283800" y="-50"/>
              <a:chExt cx="8718300" cy="5143550"/>
            </a:xfrm>
          </p:grpSpPr>
          <p:cxnSp>
            <p:nvCxnSpPr>
              <p:cNvPr id="354" name="Google Shape;354;p49"/>
              <p:cNvCxnSpPr/>
              <p:nvPr/>
            </p:nvCxnSpPr>
            <p:spPr>
              <a:xfrm rot="10800000">
                <a:off x="9002100" y="1642500"/>
                <a:ext cx="0" cy="350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" name="Google Shape;355;p49"/>
              <p:cNvCxnSpPr/>
              <p:nvPr/>
            </p:nvCxnSpPr>
            <p:spPr>
              <a:xfrm rot="10800000">
                <a:off x="283800" y="-50"/>
                <a:ext cx="0" cy="263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56" name="Google Shape;356;p4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de creación</a:t>
            </a:r>
            <a:endParaRPr/>
          </a:p>
        </p:txBody>
      </p:sp>
      <p:sp>
        <p:nvSpPr>
          <p:cNvPr id="357" name="Google Shape;357;p49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Carnegie Mellon, Pittsburg.</a:t>
            </a:r>
            <a:endParaRPr/>
          </a:p>
        </p:txBody>
      </p:sp>
      <p:sp>
        <p:nvSpPr>
          <p:cNvPr id="358" name="Google Shape;358;p49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Academia</a:t>
            </a:r>
            <a:endParaRPr/>
          </a:p>
        </p:txBody>
      </p:sp>
      <p:sp>
        <p:nvSpPr>
          <p:cNvPr id="359" name="Google Shape;359;p49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Colaboración de la comunidad en Github</a:t>
            </a:r>
            <a:endParaRPr/>
          </a:p>
        </p:txBody>
      </p:sp>
      <p:sp>
        <p:nvSpPr>
          <p:cNvPr id="360" name="Google Shape;360;p49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Open source</a:t>
            </a:r>
            <a:endParaRPr/>
          </a:p>
        </p:txBody>
      </p:sp>
      <p:sp>
        <p:nvSpPr>
          <p:cNvPr id="361" name="Google Shape;361;p49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</a:t>
            </a:r>
            <a:r>
              <a:rPr lang="es"/>
              <a:t>dmund Clarke, Daniel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Kroening y Flavio Lerda</a:t>
            </a:r>
            <a:endParaRPr/>
          </a:p>
        </p:txBody>
      </p:sp>
      <p:sp>
        <p:nvSpPr>
          <p:cNvPr id="362" name="Google Shape;362;p49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Autores</a:t>
            </a:r>
            <a:endParaRPr/>
          </a:p>
        </p:txBody>
      </p:sp>
      <p:grpSp>
        <p:nvGrpSpPr>
          <p:cNvPr id="363" name="Google Shape;363;p49"/>
          <p:cNvGrpSpPr/>
          <p:nvPr/>
        </p:nvGrpSpPr>
        <p:grpSpPr>
          <a:xfrm>
            <a:off x="6930223" y="1889198"/>
            <a:ext cx="600730" cy="522073"/>
            <a:chOff x="1190625" y="579800"/>
            <a:chExt cx="5219200" cy="4535825"/>
          </a:xfrm>
        </p:grpSpPr>
        <p:sp>
          <p:nvSpPr>
            <p:cNvPr id="364" name="Google Shape;364;p49"/>
            <p:cNvSpPr/>
            <p:nvPr/>
          </p:nvSpPr>
          <p:spPr>
            <a:xfrm>
              <a:off x="4907650" y="2826500"/>
              <a:ext cx="159050" cy="302575"/>
            </a:xfrm>
            <a:custGeom>
              <a:rect b="b" l="l" r="r" t="t"/>
              <a:pathLst>
                <a:path extrusionOk="0" h="12103" w="6362">
                  <a:moveTo>
                    <a:pt x="3197" y="0"/>
                  </a:moveTo>
                  <a:cubicBezTo>
                    <a:pt x="1403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03" y="12102"/>
                    <a:pt x="3197" y="12102"/>
                  </a:cubicBezTo>
                  <a:cubicBezTo>
                    <a:pt x="4959" y="12102"/>
                    <a:pt x="6361" y="10667"/>
                    <a:pt x="6361" y="8906"/>
                  </a:cubicBezTo>
                  <a:lnTo>
                    <a:pt x="6361" y="3197"/>
                  </a:lnTo>
                  <a:cubicBezTo>
                    <a:pt x="6361" y="1436"/>
                    <a:pt x="4959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9"/>
            <p:cNvSpPr/>
            <p:nvPr/>
          </p:nvSpPr>
          <p:spPr>
            <a:xfrm>
              <a:off x="5214275" y="2826500"/>
              <a:ext cx="159850" cy="302575"/>
            </a:xfrm>
            <a:custGeom>
              <a:rect b="b" l="l" r="r" t="t"/>
              <a:pathLst>
                <a:path extrusionOk="0" h="12103" w="6394">
                  <a:moveTo>
                    <a:pt x="3197" y="0"/>
                  </a:moveTo>
                  <a:cubicBezTo>
                    <a:pt x="1436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36" y="12102"/>
                    <a:pt x="3197" y="12102"/>
                  </a:cubicBezTo>
                  <a:cubicBezTo>
                    <a:pt x="4959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9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9"/>
            <p:cNvSpPr/>
            <p:nvPr/>
          </p:nvSpPr>
          <p:spPr>
            <a:xfrm>
              <a:off x="5521725" y="2826500"/>
              <a:ext cx="159850" cy="302575"/>
            </a:xfrm>
            <a:custGeom>
              <a:rect b="b" l="l" r="r" t="t"/>
              <a:pathLst>
                <a:path extrusionOk="0" h="12103" w="6394">
                  <a:moveTo>
                    <a:pt x="3197" y="0"/>
                  </a:moveTo>
                  <a:cubicBezTo>
                    <a:pt x="1435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35" y="12102"/>
                    <a:pt x="3197" y="12102"/>
                  </a:cubicBezTo>
                  <a:cubicBezTo>
                    <a:pt x="4958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8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9"/>
            <p:cNvSpPr/>
            <p:nvPr/>
          </p:nvSpPr>
          <p:spPr>
            <a:xfrm>
              <a:off x="5829150" y="2826500"/>
              <a:ext cx="159875" cy="302575"/>
            </a:xfrm>
            <a:custGeom>
              <a:rect b="b" l="l" r="r" t="t"/>
              <a:pathLst>
                <a:path extrusionOk="0" h="12103" w="6395">
                  <a:moveTo>
                    <a:pt x="3198" y="0"/>
                  </a:moveTo>
                  <a:cubicBezTo>
                    <a:pt x="1403" y="0"/>
                    <a:pt x="1" y="1436"/>
                    <a:pt x="1" y="3197"/>
                  </a:cubicBezTo>
                  <a:lnTo>
                    <a:pt x="1" y="8906"/>
                  </a:lnTo>
                  <a:cubicBezTo>
                    <a:pt x="1" y="10667"/>
                    <a:pt x="1403" y="12102"/>
                    <a:pt x="3198" y="12102"/>
                  </a:cubicBezTo>
                  <a:cubicBezTo>
                    <a:pt x="4959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9" y="0"/>
                    <a:pt x="3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9"/>
            <p:cNvSpPr/>
            <p:nvPr/>
          </p:nvSpPr>
          <p:spPr>
            <a:xfrm>
              <a:off x="1818550" y="1179200"/>
              <a:ext cx="3963325" cy="1485850"/>
            </a:xfrm>
            <a:custGeom>
              <a:rect b="b" l="l" r="r" t="t"/>
              <a:pathLst>
                <a:path extrusionOk="0" h="59434" w="158533">
                  <a:moveTo>
                    <a:pt x="145289" y="6394"/>
                  </a:moveTo>
                  <a:cubicBezTo>
                    <a:pt x="149073" y="6394"/>
                    <a:pt x="152139" y="9460"/>
                    <a:pt x="152139" y="13244"/>
                  </a:cubicBezTo>
                  <a:cubicBezTo>
                    <a:pt x="152139" y="17028"/>
                    <a:pt x="149073" y="20094"/>
                    <a:pt x="145289" y="20094"/>
                  </a:cubicBezTo>
                  <a:cubicBezTo>
                    <a:pt x="141505" y="20094"/>
                    <a:pt x="138439" y="17028"/>
                    <a:pt x="138439" y="13244"/>
                  </a:cubicBezTo>
                  <a:cubicBezTo>
                    <a:pt x="138439" y="9460"/>
                    <a:pt x="141505" y="6394"/>
                    <a:pt x="145289" y="6394"/>
                  </a:cubicBezTo>
                  <a:close/>
                  <a:moveTo>
                    <a:pt x="60902" y="10080"/>
                  </a:moveTo>
                  <a:cubicBezTo>
                    <a:pt x="64653" y="10080"/>
                    <a:pt x="67752" y="13146"/>
                    <a:pt x="67752" y="16930"/>
                  </a:cubicBezTo>
                  <a:cubicBezTo>
                    <a:pt x="67752" y="20714"/>
                    <a:pt x="64653" y="23780"/>
                    <a:pt x="60902" y="23780"/>
                  </a:cubicBezTo>
                  <a:cubicBezTo>
                    <a:pt x="57118" y="23780"/>
                    <a:pt x="54019" y="20714"/>
                    <a:pt x="54019" y="16930"/>
                  </a:cubicBezTo>
                  <a:cubicBezTo>
                    <a:pt x="54019" y="13146"/>
                    <a:pt x="57118" y="10080"/>
                    <a:pt x="60902" y="10080"/>
                  </a:cubicBezTo>
                  <a:close/>
                  <a:moveTo>
                    <a:pt x="13244" y="27988"/>
                  </a:moveTo>
                  <a:cubicBezTo>
                    <a:pt x="17028" y="27988"/>
                    <a:pt x="20094" y="31054"/>
                    <a:pt x="20094" y="34838"/>
                  </a:cubicBezTo>
                  <a:cubicBezTo>
                    <a:pt x="20094" y="38622"/>
                    <a:pt x="17028" y="41689"/>
                    <a:pt x="13244" y="41689"/>
                  </a:cubicBezTo>
                  <a:cubicBezTo>
                    <a:pt x="9460" y="41689"/>
                    <a:pt x="6394" y="38622"/>
                    <a:pt x="6394" y="34838"/>
                  </a:cubicBezTo>
                  <a:cubicBezTo>
                    <a:pt x="6394" y="31054"/>
                    <a:pt x="9460" y="27988"/>
                    <a:pt x="13244" y="27988"/>
                  </a:cubicBezTo>
                  <a:close/>
                  <a:moveTo>
                    <a:pt x="100828" y="39340"/>
                  </a:moveTo>
                  <a:cubicBezTo>
                    <a:pt x="104612" y="39340"/>
                    <a:pt x="107678" y="42406"/>
                    <a:pt x="107678" y="46190"/>
                  </a:cubicBezTo>
                  <a:cubicBezTo>
                    <a:pt x="107678" y="49974"/>
                    <a:pt x="104612" y="53040"/>
                    <a:pt x="100828" y="53040"/>
                  </a:cubicBezTo>
                  <a:cubicBezTo>
                    <a:pt x="97044" y="53040"/>
                    <a:pt x="93978" y="49974"/>
                    <a:pt x="93978" y="46190"/>
                  </a:cubicBezTo>
                  <a:cubicBezTo>
                    <a:pt x="93978" y="42406"/>
                    <a:pt x="97044" y="39340"/>
                    <a:pt x="100828" y="39340"/>
                  </a:cubicBezTo>
                  <a:close/>
                  <a:moveTo>
                    <a:pt x="145289" y="0"/>
                  </a:moveTo>
                  <a:cubicBezTo>
                    <a:pt x="137982" y="0"/>
                    <a:pt x="132046" y="5937"/>
                    <a:pt x="132046" y="13244"/>
                  </a:cubicBezTo>
                  <a:cubicBezTo>
                    <a:pt x="132046" y="15071"/>
                    <a:pt x="132404" y="16800"/>
                    <a:pt x="133057" y="18365"/>
                  </a:cubicBezTo>
                  <a:lnTo>
                    <a:pt x="109309" y="36013"/>
                  </a:lnTo>
                  <a:cubicBezTo>
                    <a:pt x="106993" y="34121"/>
                    <a:pt x="104058" y="32946"/>
                    <a:pt x="100828" y="32946"/>
                  </a:cubicBezTo>
                  <a:cubicBezTo>
                    <a:pt x="97632" y="32946"/>
                    <a:pt x="94696" y="34088"/>
                    <a:pt x="92412" y="35980"/>
                  </a:cubicBezTo>
                  <a:lnTo>
                    <a:pt x="73167" y="21921"/>
                  </a:lnTo>
                  <a:cubicBezTo>
                    <a:pt x="73786" y="20388"/>
                    <a:pt x="74145" y="18692"/>
                    <a:pt x="74145" y="16930"/>
                  </a:cubicBezTo>
                  <a:cubicBezTo>
                    <a:pt x="74145" y="9623"/>
                    <a:pt x="68176" y="3686"/>
                    <a:pt x="60902" y="3686"/>
                  </a:cubicBezTo>
                  <a:cubicBezTo>
                    <a:pt x="53595" y="3686"/>
                    <a:pt x="47625" y="9623"/>
                    <a:pt x="47625" y="16930"/>
                  </a:cubicBezTo>
                  <a:cubicBezTo>
                    <a:pt x="47625" y="17452"/>
                    <a:pt x="47691" y="17974"/>
                    <a:pt x="47723" y="18463"/>
                  </a:cubicBezTo>
                  <a:lnTo>
                    <a:pt x="24139" y="27336"/>
                  </a:lnTo>
                  <a:cubicBezTo>
                    <a:pt x="21758" y="23878"/>
                    <a:pt x="17746" y="21595"/>
                    <a:pt x="13244" y="21595"/>
                  </a:cubicBezTo>
                  <a:cubicBezTo>
                    <a:pt x="5937" y="21595"/>
                    <a:pt x="0" y="27531"/>
                    <a:pt x="0" y="34838"/>
                  </a:cubicBezTo>
                  <a:cubicBezTo>
                    <a:pt x="0" y="42145"/>
                    <a:pt x="5937" y="48082"/>
                    <a:pt x="13244" y="48082"/>
                  </a:cubicBezTo>
                  <a:cubicBezTo>
                    <a:pt x="20551" y="48082"/>
                    <a:pt x="26488" y="42145"/>
                    <a:pt x="26488" y="34838"/>
                  </a:cubicBezTo>
                  <a:cubicBezTo>
                    <a:pt x="26488" y="34316"/>
                    <a:pt x="26455" y="33827"/>
                    <a:pt x="26390" y="33305"/>
                  </a:cubicBezTo>
                  <a:lnTo>
                    <a:pt x="49974" y="24433"/>
                  </a:lnTo>
                  <a:cubicBezTo>
                    <a:pt x="52388" y="27890"/>
                    <a:pt x="56367" y="30174"/>
                    <a:pt x="60902" y="30174"/>
                  </a:cubicBezTo>
                  <a:cubicBezTo>
                    <a:pt x="64131" y="30174"/>
                    <a:pt x="67067" y="28999"/>
                    <a:pt x="69383" y="27075"/>
                  </a:cubicBezTo>
                  <a:lnTo>
                    <a:pt x="88596" y="41101"/>
                  </a:lnTo>
                  <a:cubicBezTo>
                    <a:pt x="87943" y="42667"/>
                    <a:pt x="87585" y="44396"/>
                    <a:pt x="87585" y="46190"/>
                  </a:cubicBezTo>
                  <a:cubicBezTo>
                    <a:pt x="87585" y="53497"/>
                    <a:pt x="93521" y="59434"/>
                    <a:pt x="100828" y="59434"/>
                  </a:cubicBezTo>
                  <a:cubicBezTo>
                    <a:pt x="108135" y="59434"/>
                    <a:pt x="114072" y="53497"/>
                    <a:pt x="114072" y="46190"/>
                  </a:cubicBezTo>
                  <a:cubicBezTo>
                    <a:pt x="114072" y="44429"/>
                    <a:pt x="113713" y="42732"/>
                    <a:pt x="113093" y="41167"/>
                  </a:cubicBezTo>
                  <a:lnTo>
                    <a:pt x="136873" y="23487"/>
                  </a:lnTo>
                  <a:cubicBezTo>
                    <a:pt x="139189" y="25379"/>
                    <a:pt x="142092" y="26488"/>
                    <a:pt x="145289" y="26488"/>
                  </a:cubicBezTo>
                  <a:cubicBezTo>
                    <a:pt x="152596" y="26488"/>
                    <a:pt x="158533" y="20551"/>
                    <a:pt x="158533" y="13244"/>
                  </a:cubicBezTo>
                  <a:cubicBezTo>
                    <a:pt x="158533" y="5937"/>
                    <a:pt x="152596" y="0"/>
                    <a:pt x="145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9"/>
            <p:cNvSpPr/>
            <p:nvPr/>
          </p:nvSpPr>
          <p:spPr>
            <a:xfrm>
              <a:off x="1591825" y="2677275"/>
              <a:ext cx="1310550" cy="159025"/>
            </a:xfrm>
            <a:custGeom>
              <a:rect b="b" l="l" r="r" t="t"/>
              <a:pathLst>
                <a:path extrusionOk="0" h="6361" w="52422">
                  <a:moveTo>
                    <a:pt x="3198" y="0"/>
                  </a:moveTo>
                  <a:cubicBezTo>
                    <a:pt x="1436" y="0"/>
                    <a:pt x="1" y="1403"/>
                    <a:pt x="1" y="3164"/>
                  </a:cubicBezTo>
                  <a:cubicBezTo>
                    <a:pt x="1" y="4958"/>
                    <a:pt x="1436" y="6361"/>
                    <a:pt x="3198" y="6361"/>
                  </a:cubicBezTo>
                  <a:lnTo>
                    <a:pt x="49224" y="6361"/>
                  </a:lnTo>
                  <a:cubicBezTo>
                    <a:pt x="50986" y="6361"/>
                    <a:pt x="52421" y="4958"/>
                    <a:pt x="52421" y="3164"/>
                  </a:cubicBezTo>
                  <a:cubicBezTo>
                    <a:pt x="52421" y="1403"/>
                    <a:pt x="50986" y="0"/>
                    <a:pt x="49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9"/>
            <p:cNvSpPr/>
            <p:nvPr/>
          </p:nvSpPr>
          <p:spPr>
            <a:xfrm>
              <a:off x="1591825" y="2969200"/>
              <a:ext cx="1038975" cy="159875"/>
            </a:xfrm>
            <a:custGeom>
              <a:rect b="b" l="l" r="r" t="t"/>
              <a:pathLst>
                <a:path extrusionOk="0" h="6395" w="41559">
                  <a:moveTo>
                    <a:pt x="3198" y="1"/>
                  </a:moveTo>
                  <a:cubicBezTo>
                    <a:pt x="1436" y="1"/>
                    <a:pt x="1" y="1436"/>
                    <a:pt x="1" y="3198"/>
                  </a:cubicBezTo>
                  <a:cubicBezTo>
                    <a:pt x="1" y="4959"/>
                    <a:pt x="1436" y="6394"/>
                    <a:pt x="3198" y="6394"/>
                  </a:cubicBezTo>
                  <a:lnTo>
                    <a:pt x="38362" y="6394"/>
                  </a:lnTo>
                  <a:cubicBezTo>
                    <a:pt x="40123" y="6394"/>
                    <a:pt x="41559" y="4959"/>
                    <a:pt x="41559" y="3198"/>
                  </a:cubicBezTo>
                  <a:cubicBezTo>
                    <a:pt x="41559" y="1436"/>
                    <a:pt x="40123" y="1"/>
                    <a:pt x="38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9"/>
            <p:cNvSpPr/>
            <p:nvPr/>
          </p:nvSpPr>
          <p:spPr>
            <a:xfrm>
              <a:off x="1190625" y="579800"/>
              <a:ext cx="5219200" cy="4535825"/>
            </a:xfrm>
            <a:custGeom>
              <a:rect b="b" l="l" r="r" t="t"/>
              <a:pathLst>
                <a:path extrusionOk="0" h="181433" w="208768">
                  <a:moveTo>
                    <a:pt x="124575" y="141016"/>
                  </a:moveTo>
                  <a:lnTo>
                    <a:pt x="127054" y="160490"/>
                  </a:lnTo>
                  <a:lnTo>
                    <a:pt x="81713" y="160490"/>
                  </a:lnTo>
                  <a:lnTo>
                    <a:pt x="84192" y="141016"/>
                  </a:lnTo>
                  <a:close/>
                  <a:moveTo>
                    <a:pt x="148812" y="166884"/>
                  </a:moveTo>
                  <a:lnTo>
                    <a:pt x="148812" y="175039"/>
                  </a:lnTo>
                  <a:lnTo>
                    <a:pt x="59955" y="175039"/>
                  </a:lnTo>
                  <a:lnTo>
                    <a:pt x="59955" y="166884"/>
                  </a:lnTo>
                  <a:close/>
                  <a:moveTo>
                    <a:pt x="15201" y="1"/>
                  </a:moveTo>
                  <a:cubicBezTo>
                    <a:pt x="6818" y="1"/>
                    <a:pt x="0" y="6818"/>
                    <a:pt x="0" y="15202"/>
                  </a:cubicBezTo>
                  <a:lnTo>
                    <a:pt x="0" y="125816"/>
                  </a:lnTo>
                  <a:cubicBezTo>
                    <a:pt x="0" y="134199"/>
                    <a:pt x="6818" y="141016"/>
                    <a:pt x="15201" y="141016"/>
                  </a:cubicBezTo>
                  <a:lnTo>
                    <a:pt x="77733" y="141016"/>
                  </a:lnTo>
                  <a:lnTo>
                    <a:pt x="75254" y="160490"/>
                  </a:lnTo>
                  <a:lnTo>
                    <a:pt x="56759" y="160490"/>
                  </a:lnTo>
                  <a:cubicBezTo>
                    <a:pt x="54997" y="160490"/>
                    <a:pt x="53562" y="161926"/>
                    <a:pt x="53562" y="163687"/>
                  </a:cubicBezTo>
                  <a:lnTo>
                    <a:pt x="53562" y="178236"/>
                  </a:lnTo>
                  <a:cubicBezTo>
                    <a:pt x="53562" y="179997"/>
                    <a:pt x="54997" y="181432"/>
                    <a:pt x="56759" y="181432"/>
                  </a:cubicBezTo>
                  <a:lnTo>
                    <a:pt x="152009" y="181432"/>
                  </a:lnTo>
                  <a:cubicBezTo>
                    <a:pt x="153770" y="181432"/>
                    <a:pt x="155205" y="179997"/>
                    <a:pt x="155205" y="178236"/>
                  </a:cubicBezTo>
                  <a:lnTo>
                    <a:pt x="155205" y="163687"/>
                  </a:lnTo>
                  <a:cubicBezTo>
                    <a:pt x="155205" y="161926"/>
                    <a:pt x="153770" y="160490"/>
                    <a:pt x="152009" y="160490"/>
                  </a:cubicBezTo>
                  <a:lnTo>
                    <a:pt x="133513" y="160490"/>
                  </a:lnTo>
                  <a:lnTo>
                    <a:pt x="131034" y="141016"/>
                  </a:lnTo>
                  <a:lnTo>
                    <a:pt x="158859" y="141016"/>
                  </a:lnTo>
                  <a:cubicBezTo>
                    <a:pt x="160620" y="141016"/>
                    <a:pt x="162055" y="139581"/>
                    <a:pt x="162055" y="137820"/>
                  </a:cubicBezTo>
                  <a:cubicBezTo>
                    <a:pt x="162055" y="136058"/>
                    <a:pt x="160620" y="134623"/>
                    <a:pt x="158859" y="134623"/>
                  </a:cubicBezTo>
                  <a:lnTo>
                    <a:pt x="15201" y="134623"/>
                  </a:lnTo>
                  <a:cubicBezTo>
                    <a:pt x="10340" y="134623"/>
                    <a:pt x="6393" y="130676"/>
                    <a:pt x="6393" y="125816"/>
                  </a:cubicBezTo>
                  <a:lnTo>
                    <a:pt x="6393" y="118476"/>
                  </a:lnTo>
                  <a:lnTo>
                    <a:pt x="202374" y="118476"/>
                  </a:lnTo>
                  <a:lnTo>
                    <a:pt x="202374" y="125816"/>
                  </a:lnTo>
                  <a:cubicBezTo>
                    <a:pt x="202374" y="130676"/>
                    <a:pt x="198427" y="134623"/>
                    <a:pt x="193566" y="134623"/>
                  </a:cubicBezTo>
                  <a:lnTo>
                    <a:pt x="173375" y="134623"/>
                  </a:lnTo>
                  <a:cubicBezTo>
                    <a:pt x="171580" y="134623"/>
                    <a:pt x="170178" y="136058"/>
                    <a:pt x="170178" y="137820"/>
                  </a:cubicBezTo>
                  <a:cubicBezTo>
                    <a:pt x="170178" y="139581"/>
                    <a:pt x="171580" y="141016"/>
                    <a:pt x="173375" y="141016"/>
                  </a:cubicBezTo>
                  <a:lnTo>
                    <a:pt x="193566" y="141016"/>
                  </a:lnTo>
                  <a:cubicBezTo>
                    <a:pt x="201950" y="141016"/>
                    <a:pt x="208767" y="134199"/>
                    <a:pt x="208767" y="125816"/>
                  </a:cubicBezTo>
                  <a:lnTo>
                    <a:pt x="208767" y="15202"/>
                  </a:lnTo>
                  <a:cubicBezTo>
                    <a:pt x="208767" y="6818"/>
                    <a:pt x="201950" y="1"/>
                    <a:pt x="193566" y="1"/>
                  </a:cubicBezTo>
                  <a:lnTo>
                    <a:pt x="56595" y="1"/>
                  </a:lnTo>
                  <a:cubicBezTo>
                    <a:pt x="54834" y="1"/>
                    <a:pt x="53399" y="1436"/>
                    <a:pt x="53399" y="3197"/>
                  </a:cubicBezTo>
                  <a:cubicBezTo>
                    <a:pt x="53399" y="4959"/>
                    <a:pt x="54834" y="6394"/>
                    <a:pt x="56595" y="6394"/>
                  </a:cubicBezTo>
                  <a:lnTo>
                    <a:pt x="193566" y="6394"/>
                  </a:lnTo>
                  <a:cubicBezTo>
                    <a:pt x="198427" y="6394"/>
                    <a:pt x="202374" y="10341"/>
                    <a:pt x="202374" y="15202"/>
                  </a:cubicBezTo>
                  <a:lnTo>
                    <a:pt x="202374" y="112115"/>
                  </a:lnTo>
                  <a:lnTo>
                    <a:pt x="6393" y="112115"/>
                  </a:lnTo>
                  <a:lnTo>
                    <a:pt x="6393" y="15202"/>
                  </a:lnTo>
                  <a:cubicBezTo>
                    <a:pt x="6393" y="10341"/>
                    <a:pt x="10340" y="6394"/>
                    <a:pt x="15201" y="6394"/>
                  </a:cubicBezTo>
                  <a:lnTo>
                    <a:pt x="42569" y="6394"/>
                  </a:lnTo>
                  <a:cubicBezTo>
                    <a:pt x="44330" y="6394"/>
                    <a:pt x="45766" y="4959"/>
                    <a:pt x="45766" y="3197"/>
                  </a:cubicBezTo>
                  <a:cubicBezTo>
                    <a:pt x="45766" y="1436"/>
                    <a:pt x="44330" y="1"/>
                    <a:pt x="42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49"/>
          <p:cNvGrpSpPr/>
          <p:nvPr/>
        </p:nvGrpSpPr>
        <p:grpSpPr>
          <a:xfrm>
            <a:off x="1539105" y="1859952"/>
            <a:ext cx="748639" cy="554095"/>
            <a:chOff x="2623237" y="2431047"/>
            <a:chExt cx="355024" cy="332630"/>
          </a:xfrm>
        </p:grpSpPr>
        <p:sp>
          <p:nvSpPr>
            <p:cNvPr id="373" name="Google Shape;373;p49"/>
            <p:cNvSpPr/>
            <p:nvPr/>
          </p:nvSpPr>
          <p:spPr>
            <a:xfrm>
              <a:off x="2655856" y="2604370"/>
              <a:ext cx="48579" cy="64506"/>
            </a:xfrm>
            <a:custGeom>
              <a:rect b="b" l="l" r="r" t="t"/>
              <a:pathLst>
                <a:path extrusionOk="0" h="2025" w="1525">
                  <a:moveTo>
                    <a:pt x="762" y="346"/>
                  </a:moveTo>
                  <a:cubicBezTo>
                    <a:pt x="1000" y="346"/>
                    <a:pt x="1191" y="536"/>
                    <a:pt x="1191" y="774"/>
                  </a:cubicBezTo>
                  <a:lnTo>
                    <a:pt x="1191" y="1715"/>
                  </a:lnTo>
                  <a:lnTo>
                    <a:pt x="345" y="1715"/>
                  </a:lnTo>
                  <a:lnTo>
                    <a:pt x="345" y="774"/>
                  </a:lnTo>
                  <a:lnTo>
                    <a:pt x="334" y="774"/>
                  </a:lnTo>
                  <a:cubicBezTo>
                    <a:pt x="334" y="536"/>
                    <a:pt x="524" y="346"/>
                    <a:pt x="762" y="346"/>
                  </a:cubicBezTo>
                  <a:close/>
                  <a:moveTo>
                    <a:pt x="762" y="0"/>
                  </a:moveTo>
                  <a:cubicBezTo>
                    <a:pt x="345" y="0"/>
                    <a:pt x="0" y="346"/>
                    <a:pt x="0" y="762"/>
                  </a:cubicBezTo>
                  <a:lnTo>
                    <a:pt x="0" y="1858"/>
                  </a:lnTo>
                  <a:cubicBezTo>
                    <a:pt x="0" y="1953"/>
                    <a:pt x="72" y="2024"/>
                    <a:pt x="167" y="2024"/>
                  </a:cubicBezTo>
                  <a:lnTo>
                    <a:pt x="1357" y="2024"/>
                  </a:lnTo>
                  <a:cubicBezTo>
                    <a:pt x="1441" y="2024"/>
                    <a:pt x="1524" y="1953"/>
                    <a:pt x="1524" y="1858"/>
                  </a:cubicBezTo>
                  <a:lnTo>
                    <a:pt x="1524" y="762"/>
                  </a:lnTo>
                  <a:cubicBezTo>
                    <a:pt x="1524" y="346"/>
                    <a:pt x="1179" y="0"/>
                    <a:pt x="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9"/>
            <p:cNvSpPr/>
            <p:nvPr/>
          </p:nvSpPr>
          <p:spPr>
            <a:xfrm>
              <a:off x="2623237" y="2431047"/>
              <a:ext cx="355024" cy="332630"/>
            </a:xfrm>
            <a:custGeom>
              <a:rect b="b" l="l" r="r" t="t"/>
              <a:pathLst>
                <a:path extrusionOk="0" h="10442" w="11145">
                  <a:moveTo>
                    <a:pt x="8692" y="2608"/>
                  </a:moveTo>
                  <a:cubicBezTo>
                    <a:pt x="8716" y="2608"/>
                    <a:pt x="8751" y="2643"/>
                    <a:pt x="8751" y="2667"/>
                  </a:cubicBezTo>
                  <a:lnTo>
                    <a:pt x="8751" y="3024"/>
                  </a:lnTo>
                  <a:cubicBezTo>
                    <a:pt x="8751" y="3060"/>
                    <a:pt x="8716" y="3084"/>
                    <a:pt x="8692" y="3084"/>
                  </a:cubicBezTo>
                  <a:lnTo>
                    <a:pt x="2453" y="3084"/>
                  </a:lnTo>
                  <a:cubicBezTo>
                    <a:pt x="2441" y="3084"/>
                    <a:pt x="2405" y="3060"/>
                    <a:pt x="2405" y="3024"/>
                  </a:cubicBezTo>
                  <a:lnTo>
                    <a:pt x="2405" y="2667"/>
                  </a:lnTo>
                  <a:cubicBezTo>
                    <a:pt x="2405" y="2643"/>
                    <a:pt x="2441" y="2608"/>
                    <a:pt x="2465" y="2608"/>
                  </a:cubicBezTo>
                  <a:close/>
                  <a:moveTo>
                    <a:pt x="8096" y="3405"/>
                  </a:moveTo>
                  <a:lnTo>
                    <a:pt x="8096" y="3834"/>
                  </a:lnTo>
                  <a:lnTo>
                    <a:pt x="7977" y="3953"/>
                  </a:lnTo>
                  <a:lnTo>
                    <a:pt x="7227" y="3953"/>
                  </a:lnTo>
                  <a:lnTo>
                    <a:pt x="7108" y="3834"/>
                  </a:lnTo>
                  <a:lnTo>
                    <a:pt x="7108" y="3405"/>
                  </a:lnTo>
                  <a:close/>
                  <a:moveTo>
                    <a:pt x="4048" y="3417"/>
                  </a:moveTo>
                  <a:lnTo>
                    <a:pt x="4048" y="3846"/>
                  </a:lnTo>
                  <a:lnTo>
                    <a:pt x="3929" y="3965"/>
                  </a:lnTo>
                  <a:lnTo>
                    <a:pt x="3179" y="3965"/>
                  </a:lnTo>
                  <a:lnTo>
                    <a:pt x="3060" y="3846"/>
                  </a:lnTo>
                  <a:lnTo>
                    <a:pt x="3060" y="3417"/>
                  </a:lnTo>
                  <a:close/>
                  <a:moveTo>
                    <a:pt x="2739" y="3417"/>
                  </a:moveTo>
                  <a:lnTo>
                    <a:pt x="2739" y="3905"/>
                  </a:lnTo>
                  <a:cubicBezTo>
                    <a:pt x="2739" y="3953"/>
                    <a:pt x="2751" y="4001"/>
                    <a:pt x="2774" y="4025"/>
                  </a:cubicBezTo>
                  <a:lnTo>
                    <a:pt x="2941" y="4191"/>
                  </a:lnTo>
                  <a:lnTo>
                    <a:pt x="2941" y="4667"/>
                  </a:lnTo>
                  <a:lnTo>
                    <a:pt x="357" y="4667"/>
                  </a:lnTo>
                  <a:lnTo>
                    <a:pt x="476" y="3453"/>
                  </a:lnTo>
                  <a:cubicBezTo>
                    <a:pt x="476" y="3429"/>
                    <a:pt x="500" y="3417"/>
                    <a:pt x="536" y="3417"/>
                  </a:cubicBezTo>
                  <a:close/>
                  <a:moveTo>
                    <a:pt x="10621" y="3417"/>
                  </a:moveTo>
                  <a:cubicBezTo>
                    <a:pt x="10656" y="3417"/>
                    <a:pt x="10668" y="3429"/>
                    <a:pt x="10680" y="3453"/>
                  </a:cubicBezTo>
                  <a:lnTo>
                    <a:pt x="10799" y="4667"/>
                  </a:lnTo>
                  <a:lnTo>
                    <a:pt x="8204" y="4667"/>
                  </a:lnTo>
                  <a:lnTo>
                    <a:pt x="8204" y="4191"/>
                  </a:lnTo>
                  <a:lnTo>
                    <a:pt x="8382" y="4025"/>
                  </a:lnTo>
                  <a:cubicBezTo>
                    <a:pt x="8406" y="4001"/>
                    <a:pt x="8418" y="3953"/>
                    <a:pt x="8418" y="3905"/>
                  </a:cubicBezTo>
                  <a:lnTo>
                    <a:pt x="8418" y="3417"/>
                  </a:lnTo>
                  <a:close/>
                  <a:moveTo>
                    <a:pt x="3834" y="4298"/>
                  </a:moveTo>
                  <a:lnTo>
                    <a:pt x="3834" y="7644"/>
                  </a:lnTo>
                  <a:lnTo>
                    <a:pt x="3286" y="7644"/>
                  </a:lnTo>
                  <a:lnTo>
                    <a:pt x="3286" y="4298"/>
                  </a:lnTo>
                  <a:close/>
                  <a:moveTo>
                    <a:pt x="7870" y="4298"/>
                  </a:moveTo>
                  <a:lnTo>
                    <a:pt x="7870" y="7644"/>
                  </a:lnTo>
                  <a:lnTo>
                    <a:pt x="7323" y="7644"/>
                  </a:lnTo>
                  <a:lnTo>
                    <a:pt x="7323" y="4298"/>
                  </a:lnTo>
                  <a:close/>
                  <a:moveTo>
                    <a:pt x="5563" y="6230"/>
                  </a:moveTo>
                  <a:cubicBezTo>
                    <a:pt x="5617" y="6230"/>
                    <a:pt x="5674" y="6245"/>
                    <a:pt x="5727" y="6275"/>
                  </a:cubicBezTo>
                  <a:lnTo>
                    <a:pt x="6013" y="6465"/>
                  </a:lnTo>
                  <a:cubicBezTo>
                    <a:pt x="6084" y="6513"/>
                    <a:pt x="6132" y="6596"/>
                    <a:pt x="6132" y="6692"/>
                  </a:cubicBezTo>
                  <a:lnTo>
                    <a:pt x="6132" y="8525"/>
                  </a:lnTo>
                  <a:lnTo>
                    <a:pt x="5013" y="8525"/>
                  </a:lnTo>
                  <a:lnTo>
                    <a:pt x="5013" y="6692"/>
                  </a:lnTo>
                  <a:cubicBezTo>
                    <a:pt x="5013" y="6596"/>
                    <a:pt x="5060" y="6513"/>
                    <a:pt x="5132" y="6465"/>
                  </a:cubicBezTo>
                  <a:lnTo>
                    <a:pt x="5418" y="6275"/>
                  </a:lnTo>
                  <a:cubicBezTo>
                    <a:pt x="5459" y="6245"/>
                    <a:pt x="5510" y="6230"/>
                    <a:pt x="5563" y="6230"/>
                  </a:cubicBezTo>
                  <a:close/>
                  <a:moveTo>
                    <a:pt x="3929" y="7989"/>
                  </a:moveTo>
                  <a:lnTo>
                    <a:pt x="4048" y="8108"/>
                  </a:lnTo>
                  <a:lnTo>
                    <a:pt x="4048" y="8537"/>
                  </a:lnTo>
                  <a:lnTo>
                    <a:pt x="3060" y="8537"/>
                  </a:lnTo>
                  <a:lnTo>
                    <a:pt x="3060" y="8108"/>
                  </a:lnTo>
                  <a:lnTo>
                    <a:pt x="3179" y="7989"/>
                  </a:lnTo>
                  <a:close/>
                  <a:moveTo>
                    <a:pt x="7954" y="7989"/>
                  </a:moveTo>
                  <a:lnTo>
                    <a:pt x="8073" y="8108"/>
                  </a:lnTo>
                  <a:lnTo>
                    <a:pt x="8073" y="8537"/>
                  </a:lnTo>
                  <a:lnTo>
                    <a:pt x="7096" y="8537"/>
                  </a:lnTo>
                  <a:lnTo>
                    <a:pt x="7096" y="8525"/>
                  </a:lnTo>
                  <a:lnTo>
                    <a:pt x="7096" y="8108"/>
                  </a:lnTo>
                  <a:lnTo>
                    <a:pt x="7215" y="7989"/>
                  </a:lnTo>
                  <a:close/>
                  <a:moveTo>
                    <a:pt x="6787" y="3429"/>
                  </a:moveTo>
                  <a:lnTo>
                    <a:pt x="6787" y="3917"/>
                  </a:lnTo>
                  <a:cubicBezTo>
                    <a:pt x="6787" y="3965"/>
                    <a:pt x="6799" y="4013"/>
                    <a:pt x="6834" y="4036"/>
                  </a:cubicBezTo>
                  <a:lnTo>
                    <a:pt x="7013" y="4215"/>
                  </a:lnTo>
                  <a:lnTo>
                    <a:pt x="7013" y="7763"/>
                  </a:lnTo>
                  <a:lnTo>
                    <a:pt x="6834" y="7942"/>
                  </a:lnTo>
                  <a:cubicBezTo>
                    <a:pt x="6799" y="7966"/>
                    <a:pt x="6787" y="8013"/>
                    <a:pt x="6787" y="8061"/>
                  </a:cubicBezTo>
                  <a:lnTo>
                    <a:pt x="6787" y="8549"/>
                  </a:lnTo>
                  <a:lnTo>
                    <a:pt x="6477" y="8525"/>
                  </a:lnTo>
                  <a:lnTo>
                    <a:pt x="6477" y="6692"/>
                  </a:lnTo>
                  <a:cubicBezTo>
                    <a:pt x="6477" y="6501"/>
                    <a:pt x="6370" y="6299"/>
                    <a:pt x="6203" y="6180"/>
                  </a:cubicBezTo>
                  <a:lnTo>
                    <a:pt x="5918" y="5989"/>
                  </a:lnTo>
                  <a:cubicBezTo>
                    <a:pt x="5816" y="5924"/>
                    <a:pt x="5703" y="5891"/>
                    <a:pt x="5589" y="5891"/>
                  </a:cubicBezTo>
                  <a:cubicBezTo>
                    <a:pt x="5474" y="5891"/>
                    <a:pt x="5358" y="5924"/>
                    <a:pt x="5251" y="5989"/>
                  </a:cubicBezTo>
                  <a:lnTo>
                    <a:pt x="4965" y="6180"/>
                  </a:lnTo>
                  <a:cubicBezTo>
                    <a:pt x="4810" y="6299"/>
                    <a:pt x="4703" y="6477"/>
                    <a:pt x="4703" y="6692"/>
                  </a:cubicBezTo>
                  <a:lnTo>
                    <a:pt x="4703" y="8525"/>
                  </a:lnTo>
                  <a:lnTo>
                    <a:pt x="4394" y="8525"/>
                  </a:lnTo>
                  <a:lnTo>
                    <a:pt x="4394" y="8025"/>
                  </a:lnTo>
                  <a:cubicBezTo>
                    <a:pt x="4394" y="7989"/>
                    <a:pt x="4370" y="7942"/>
                    <a:pt x="4346" y="7906"/>
                  </a:cubicBezTo>
                  <a:lnTo>
                    <a:pt x="4167" y="7751"/>
                  </a:lnTo>
                  <a:lnTo>
                    <a:pt x="4167" y="4203"/>
                  </a:lnTo>
                  <a:lnTo>
                    <a:pt x="4346" y="4036"/>
                  </a:lnTo>
                  <a:cubicBezTo>
                    <a:pt x="4370" y="4013"/>
                    <a:pt x="4394" y="3965"/>
                    <a:pt x="4394" y="3917"/>
                  </a:cubicBezTo>
                  <a:lnTo>
                    <a:pt x="4394" y="3429"/>
                  </a:lnTo>
                  <a:close/>
                  <a:moveTo>
                    <a:pt x="8525" y="8847"/>
                  </a:moveTo>
                  <a:lnTo>
                    <a:pt x="8525" y="9311"/>
                  </a:lnTo>
                  <a:lnTo>
                    <a:pt x="2631" y="9311"/>
                  </a:lnTo>
                  <a:lnTo>
                    <a:pt x="2631" y="8847"/>
                  </a:lnTo>
                  <a:close/>
                  <a:moveTo>
                    <a:pt x="1858" y="9632"/>
                  </a:moveTo>
                  <a:lnTo>
                    <a:pt x="1858" y="10097"/>
                  </a:lnTo>
                  <a:lnTo>
                    <a:pt x="607" y="10097"/>
                  </a:lnTo>
                  <a:lnTo>
                    <a:pt x="607" y="9632"/>
                  </a:lnTo>
                  <a:close/>
                  <a:moveTo>
                    <a:pt x="8978" y="9632"/>
                  </a:moveTo>
                  <a:lnTo>
                    <a:pt x="8978" y="10097"/>
                  </a:lnTo>
                  <a:lnTo>
                    <a:pt x="2203" y="10097"/>
                  </a:lnTo>
                  <a:lnTo>
                    <a:pt x="2203" y="9632"/>
                  </a:lnTo>
                  <a:close/>
                  <a:moveTo>
                    <a:pt x="10549" y="9632"/>
                  </a:moveTo>
                  <a:lnTo>
                    <a:pt x="10549" y="10097"/>
                  </a:lnTo>
                  <a:lnTo>
                    <a:pt x="9299" y="10097"/>
                  </a:lnTo>
                  <a:lnTo>
                    <a:pt x="9299" y="9632"/>
                  </a:lnTo>
                  <a:close/>
                  <a:moveTo>
                    <a:pt x="5566" y="0"/>
                  </a:moveTo>
                  <a:cubicBezTo>
                    <a:pt x="5531" y="0"/>
                    <a:pt x="5495" y="12"/>
                    <a:pt x="5465" y="36"/>
                  </a:cubicBezTo>
                  <a:lnTo>
                    <a:pt x="4417" y="857"/>
                  </a:lnTo>
                  <a:cubicBezTo>
                    <a:pt x="4346" y="917"/>
                    <a:pt x="4334" y="1024"/>
                    <a:pt x="4394" y="1096"/>
                  </a:cubicBezTo>
                  <a:cubicBezTo>
                    <a:pt x="4427" y="1136"/>
                    <a:pt x="4473" y="1158"/>
                    <a:pt x="4521" y="1158"/>
                  </a:cubicBezTo>
                  <a:cubicBezTo>
                    <a:pt x="4557" y="1158"/>
                    <a:pt x="4596" y="1145"/>
                    <a:pt x="4632" y="1119"/>
                  </a:cubicBezTo>
                  <a:lnTo>
                    <a:pt x="5560" y="393"/>
                  </a:lnTo>
                  <a:lnTo>
                    <a:pt x="8025" y="2298"/>
                  </a:lnTo>
                  <a:lnTo>
                    <a:pt x="3143" y="2298"/>
                  </a:lnTo>
                  <a:lnTo>
                    <a:pt x="4036" y="1596"/>
                  </a:lnTo>
                  <a:cubicBezTo>
                    <a:pt x="4108" y="1536"/>
                    <a:pt x="4120" y="1441"/>
                    <a:pt x="4060" y="1358"/>
                  </a:cubicBezTo>
                  <a:cubicBezTo>
                    <a:pt x="4026" y="1317"/>
                    <a:pt x="3977" y="1296"/>
                    <a:pt x="3928" y="1296"/>
                  </a:cubicBezTo>
                  <a:cubicBezTo>
                    <a:pt x="3891" y="1296"/>
                    <a:pt x="3853" y="1308"/>
                    <a:pt x="3822" y="1334"/>
                  </a:cubicBezTo>
                  <a:lnTo>
                    <a:pt x="2584" y="2298"/>
                  </a:lnTo>
                  <a:lnTo>
                    <a:pt x="2453" y="2298"/>
                  </a:lnTo>
                  <a:cubicBezTo>
                    <a:pt x="2250" y="2298"/>
                    <a:pt x="2072" y="2477"/>
                    <a:pt x="2072" y="2691"/>
                  </a:cubicBezTo>
                  <a:lnTo>
                    <a:pt x="2072" y="3048"/>
                  </a:lnTo>
                  <a:lnTo>
                    <a:pt x="2072" y="3108"/>
                  </a:lnTo>
                  <a:lnTo>
                    <a:pt x="524" y="3108"/>
                  </a:lnTo>
                  <a:cubicBezTo>
                    <a:pt x="322" y="3108"/>
                    <a:pt x="167" y="3251"/>
                    <a:pt x="131" y="3441"/>
                  </a:cubicBezTo>
                  <a:lnTo>
                    <a:pt x="0" y="4834"/>
                  </a:lnTo>
                  <a:cubicBezTo>
                    <a:pt x="0" y="4870"/>
                    <a:pt x="12" y="4918"/>
                    <a:pt x="48" y="4953"/>
                  </a:cubicBezTo>
                  <a:cubicBezTo>
                    <a:pt x="72" y="4977"/>
                    <a:pt x="119" y="5013"/>
                    <a:pt x="167" y="5013"/>
                  </a:cubicBezTo>
                  <a:lnTo>
                    <a:pt x="262" y="5013"/>
                  </a:lnTo>
                  <a:lnTo>
                    <a:pt x="262" y="5822"/>
                  </a:lnTo>
                  <a:cubicBezTo>
                    <a:pt x="262" y="5918"/>
                    <a:pt x="345" y="5989"/>
                    <a:pt x="429" y="5989"/>
                  </a:cubicBezTo>
                  <a:cubicBezTo>
                    <a:pt x="524" y="5989"/>
                    <a:pt x="596" y="5918"/>
                    <a:pt x="596" y="5822"/>
                  </a:cubicBezTo>
                  <a:lnTo>
                    <a:pt x="596" y="5013"/>
                  </a:lnTo>
                  <a:lnTo>
                    <a:pt x="2965" y="5013"/>
                  </a:lnTo>
                  <a:lnTo>
                    <a:pt x="2965" y="7763"/>
                  </a:lnTo>
                  <a:lnTo>
                    <a:pt x="2798" y="7930"/>
                  </a:lnTo>
                  <a:cubicBezTo>
                    <a:pt x="2762" y="7954"/>
                    <a:pt x="2751" y="8001"/>
                    <a:pt x="2751" y="8049"/>
                  </a:cubicBezTo>
                  <a:lnTo>
                    <a:pt x="2751" y="8537"/>
                  </a:lnTo>
                  <a:lnTo>
                    <a:pt x="2489" y="8537"/>
                  </a:lnTo>
                  <a:cubicBezTo>
                    <a:pt x="2393" y="8537"/>
                    <a:pt x="2322" y="8608"/>
                    <a:pt x="2322" y="8704"/>
                  </a:cubicBezTo>
                  <a:lnTo>
                    <a:pt x="2322" y="9323"/>
                  </a:lnTo>
                  <a:lnTo>
                    <a:pt x="643" y="9323"/>
                  </a:lnTo>
                  <a:lnTo>
                    <a:pt x="643" y="6584"/>
                  </a:lnTo>
                  <a:cubicBezTo>
                    <a:pt x="643" y="6501"/>
                    <a:pt x="560" y="6418"/>
                    <a:pt x="476" y="6418"/>
                  </a:cubicBezTo>
                  <a:cubicBezTo>
                    <a:pt x="381" y="6418"/>
                    <a:pt x="310" y="6501"/>
                    <a:pt x="310" y="6584"/>
                  </a:cubicBezTo>
                  <a:lnTo>
                    <a:pt x="310" y="10275"/>
                  </a:lnTo>
                  <a:cubicBezTo>
                    <a:pt x="310" y="10371"/>
                    <a:pt x="381" y="10442"/>
                    <a:pt x="476" y="10442"/>
                  </a:cubicBezTo>
                  <a:lnTo>
                    <a:pt x="10740" y="10442"/>
                  </a:lnTo>
                  <a:cubicBezTo>
                    <a:pt x="10835" y="10442"/>
                    <a:pt x="10906" y="10371"/>
                    <a:pt x="10906" y="10275"/>
                  </a:cubicBezTo>
                  <a:lnTo>
                    <a:pt x="10906" y="8347"/>
                  </a:lnTo>
                  <a:cubicBezTo>
                    <a:pt x="10906" y="8251"/>
                    <a:pt x="10835" y="8180"/>
                    <a:pt x="10740" y="8180"/>
                  </a:cubicBezTo>
                  <a:cubicBezTo>
                    <a:pt x="10656" y="8180"/>
                    <a:pt x="10585" y="8251"/>
                    <a:pt x="10585" y="8347"/>
                  </a:cubicBezTo>
                  <a:lnTo>
                    <a:pt x="10585" y="9323"/>
                  </a:lnTo>
                  <a:lnTo>
                    <a:pt x="8894" y="9323"/>
                  </a:lnTo>
                  <a:lnTo>
                    <a:pt x="8894" y="8704"/>
                  </a:lnTo>
                  <a:cubicBezTo>
                    <a:pt x="8894" y="8608"/>
                    <a:pt x="8823" y="8537"/>
                    <a:pt x="8739" y="8537"/>
                  </a:cubicBezTo>
                  <a:lnTo>
                    <a:pt x="8466" y="8537"/>
                  </a:lnTo>
                  <a:lnTo>
                    <a:pt x="8466" y="8049"/>
                  </a:lnTo>
                  <a:cubicBezTo>
                    <a:pt x="8466" y="8001"/>
                    <a:pt x="8454" y="7954"/>
                    <a:pt x="8418" y="7930"/>
                  </a:cubicBezTo>
                  <a:lnTo>
                    <a:pt x="8239" y="7763"/>
                  </a:lnTo>
                  <a:lnTo>
                    <a:pt x="8239" y="5013"/>
                  </a:lnTo>
                  <a:lnTo>
                    <a:pt x="10549" y="5013"/>
                  </a:lnTo>
                  <a:lnTo>
                    <a:pt x="10549" y="7585"/>
                  </a:lnTo>
                  <a:cubicBezTo>
                    <a:pt x="10549" y="7668"/>
                    <a:pt x="10621" y="7751"/>
                    <a:pt x="10716" y="7751"/>
                  </a:cubicBezTo>
                  <a:cubicBezTo>
                    <a:pt x="10799" y="7751"/>
                    <a:pt x="10883" y="7668"/>
                    <a:pt x="10883" y="7585"/>
                  </a:cubicBezTo>
                  <a:lnTo>
                    <a:pt x="10883" y="5013"/>
                  </a:lnTo>
                  <a:lnTo>
                    <a:pt x="10978" y="5013"/>
                  </a:lnTo>
                  <a:cubicBezTo>
                    <a:pt x="11025" y="5013"/>
                    <a:pt x="11073" y="4989"/>
                    <a:pt x="11097" y="4953"/>
                  </a:cubicBezTo>
                  <a:cubicBezTo>
                    <a:pt x="11133" y="4906"/>
                    <a:pt x="11144" y="4858"/>
                    <a:pt x="11133" y="4810"/>
                  </a:cubicBezTo>
                  <a:lnTo>
                    <a:pt x="11002" y="3429"/>
                  </a:lnTo>
                  <a:cubicBezTo>
                    <a:pt x="10978" y="3239"/>
                    <a:pt x="10811" y="3084"/>
                    <a:pt x="10609" y="3084"/>
                  </a:cubicBezTo>
                  <a:lnTo>
                    <a:pt x="9061" y="3084"/>
                  </a:lnTo>
                  <a:lnTo>
                    <a:pt x="9061" y="3024"/>
                  </a:lnTo>
                  <a:lnTo>
                    <a:pt x="9061" y="2667"/>
                  </a:lnTo>
                  <a:cubicBezTo>
                    <a:pt x="9061" y="2465"/>
                    <a:pt x="8882" y="2286"/>
                    <a:pt x="8680" y="2286"/>
                  </a:cubicBezTo>
                  <a:lnTo>
                    <a:pt x="8537" y="2286"/>
                  </a:lnTo>
                  <a:lnTo>
                    <a:pt x="5668" y="36"/>
                  </a:lnTo>
                  <a:cubicBezTo>
                    <a:pt x="5638" y="12"/>
                    <a:pt x="5602" y="0"/>
                    <a:pt x="5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9"/>
            <p:cNvSpPr/>
            <p:nvPr/>
          </p:nvSpPr>
          <p:spPr>
            <a:xfrm>
              <a:off x="2897827" y="2604753"/>
              <a:ext cx="48197" cy="64506"/>
            </a:xfrm>
            <a:custGeom>
              <a:rect b="b" l="l" r="r" t="t"/>
              <a:pathLst>
                <a:path extrusionOk="0" h="2025" w="1513">
                  <a:moveTo>
                    <a:pt x="762" y="334"/>
                  </a:moveTo>
                  <a:cubicBezTo>
                    <a:pt x="989" y="334"/>
                    <a:pt x="1191" y="524"/>
                    <a:pt x="1191" y="762"/>
                  </a:cubicBezTo>
                  <a:lnTo>
                    <a:pt x="1191" y="1703"/>
                  </a:lnTo>
                  <a:lnTo>
                    <a:pt x="334" y="1703"/>
                  </a:lnTo>
                  <a:lnTo>
                    <a:pt x="334" y="762"/>
                  </a:lnTo>
                  <a:cubicBezTo>
                    <a:pt x="334" y="524"/>
                    <a:pt x="524" y="334"/>
                    <a:pt x="762" y="334"/>
                  </a:cubicBezTo>
                  <a:close/>
                  <a:moveTo>
                    <a:pt x="750" y="0"/>
                  </a:moveTo>
                  <a:cubicBezTo>
                    <a:pt x="334" y="0"/>
                    <a:pt x="0" y="346"/>
                    <a:pt x="0" y="762"/>
                  </a:cubicBezTo>
                  <a:lnTo>
                    <a:pt x="0" y="1858"/>
                  </a:lnTo>
                  <a:cubicBezTo>
                    <a:pt x="0" y="1953"/>
                    <a:pt x="72" y="2024"/>
                    <a:pt x="155" y="2024"/>
                  </a:cubicBezTo>
                  <a:lnTo>
                    <a:pt x="1346" y="2024"/>
                  </a:lnTo>
                  <a:cubicBezTo>
                    <a:pt x="1441" y="2024"/>
                    <a:pt x="1512" y="1953"/>
                    <a:pt x="1512" y="1858"/>
                  </a:cubicBezTo>
                  <a:lnTo>
                    <a:pt x="1512" y="762"/>
                  </a:lnTo>
                  <a:cubicBezTo>
                    <a:pt x="1512" y="346"/>
                    <a:pt x="1167" y="0"/>
                    <a:pt x="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9"/>
            <p:cNvSpPr/>
            <p:nvPr/>
          </p:nvSpPr>
          <p:spPr>
            <a:xfrm>
              <a:off x="2775695" y="2551650"/>
              <a:ext cx="51223" cy="51223"/>
            </a:xfrm>
            <a:custGeom>
              <a:rect b="b" l="l" r="r" t="t"/>
              <a:pathLst>
                <a:path extrusionOk="0" h="1608" w="1608">
                  <a:moveTo>
                    <a:pt x="810" y="310"/>
                  </a:moveTo>
                  <a:cubicBezTo>
                    <a:pt x="1060" y="310"/>
                    <a:pt x="1286" y="524"/>
                    <a:pt x="1286" y="786"/>
                  </a:cubicBezTo>
                  <a:cubicBezTo>
                    <a:pt x="1263" y="1060"/>
                    <a:pt x="1060" y="1262"/>
                    <a:pt x="810" y="1262"/>
                  </a:cubicBezTo>
                  <a:cubicBezTo>
                    <a:pt x="560" y="1262"/>
                    <a:pt x="334" y="1060"/>
                    <a:pt x="334" y="786"/>
                  </a:cubicBezTo>
                  <a:cubicBezTo>
                    <a:pt x="334" y="536"/>
                    <a:pt x="536" y="310"/>
                    <a:pt x="810" y="310"/>
                  </a:cubicBezTo>
                  <a:close/>
                  <a:moveTo>
                    <a:pt x="810" y="0"/>
                  </a:moveTo>
                  <a:cubicBezTo>
                    <a:pt x="358" y="0"/>
                    <a:pt x="1" y="358"/>
                    <a:pt x="1" y="810"/>
                  </a:cubicBezTo>
                  <a:cubicBezTo>
                    <a:pt x="1" y="1251"/>
                    <a:pt x="358" y="1608"/>
                    <a:pt x="810" y="1608"/>
                  </a:cubicBezTo>
                  <a:cubicBezTo>
                    <a:pt x="1251" y="1608"/>
                    <a:pt x="1608" y="1251"/>
                    <a:pt x="1608" y="810"/>
                  </a:cubicBezTo>
                  <a:cubicBezTo>
                    <a:pt x="1596" y="358"/>
                    <a:pt x="1239" y="0"/>
                    <a:pt x="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49"/>
          <p:cNvGrpSpPr/>
          <p:nvPr/>
        </p:nvGrpSpPr>
        <p:grpSpPr>
          <a:xfrm>
            <a:off x="4340988" y="1859948"/>
            <a:ext cx="535981" cy="554108"/>
            <a:chOff x="7070872" y="2410871"/>
            <a:chExt cx="398321" cy="371013"/>
          </a:xfrm>
        </p:grpSpPr>
        <p:sp>
          <p:nvSpPr>
            <p:cNvPr id="378" name="Google Shape;378;p49"/>
            <p:cNvSpPr/>
            <p:nvPr/>
          </p:nvSpPr>
          <p:spPr>
            <a:xfrm>
              <a:off x="7204643" y="2603364"/>
              <a:ext cx="123586" cy="107641"/>
            </a:xfrm>
            <a:custGeom>
              <a:rect b="b" l="l" r="r" t="t"/>
              <a:pathLst>
                <a:path extrusionOk="0" h="3382" w="3883">
                  <a:moveTo>
                    <a:pt x="1942" y="1"/>
                  </a:moveTo>
                  <a:cubicBezTo>
                    <a:pt x="1846" y="1"/>
                    <a:pt x="1751" y="96"/>
                    <a:pt x="1751" y="203"/>
                  </a:cubicBezTo>
                  <a:lnTo>
                    <a:pt x="1751" y="2072"/>
                  </a:lnTo>
                  <a:lnTo>
                    <a:pt x="132" y="3013"/>
                  </a:lnTo>
                  <a:cubicBezTo>
                    <a:pt x="37" y="3072"/>
                    <a:pt x="1" y="3192"/>
                    <a:pt x="60" y="3287"/>
                  </a:cubicBezTo>
                  <a:cubicBezTo>
                    <a:pt x="84" y="3346"/>
                    <a:pt x="156" y="3382"/>
                    <a:pt x="215" y="3382"/>
                  </a:cubicBezTo>
                  <a:cubicBezTo>
                    <a:pt x="251" y="3382"/>
                    <a:pt x="298" y="3370"/>
                    <a:pt x="322" y="3358"/>
                  </a:cubicBezTo>
                  <a:lnTo>
                    <a:pt x="1942" y="2418"/>
                  </a:lnTo>
                  <a:lnTo>
                    <a:pt x="3573" y="3358"/>
                  </a:lnTo>
                  <a:cubicBezTo>
                    <a:pt x="3596" y="3370"/>
                    <a:pt x="3632" y="3382"/>
                    <a:pt x="3668" y="3382"/>
                  </a:cubicBezTo>
                  <a:cubicBezTo>
                    <a:pt x="3751" y="3382"/>
                    <a:pt x="3811" y="3358"/>
                    <a:pt x="3835" y="3287"/>
                  </a:cubicBezTo>
                  <a:cubicBezTo>
                    <a:pt x="3882" y="3192"/>
                    <a:pt x="3847" y="3072"/>
                    <a:pt x="3763" y="3013"/>
                  </a:cubicBezTo>
                  <a:lnTo>
                    <a:pt x="2144" y="2072"/>
                  </a:lnTo>
                  <a:lnTo>
                    <a:pt x="2144" y="203"/>
                  </a:lnTo>
                  <a:cubicBezTo>
                    <a:pt x="2144" y="96"/>
                    <a:pt x="2049" y="1"/>
                    <a:pt x="1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9"/>
            <p:cNvSpPr/>
            <p:nvPr/>
          </p:nvSpPr>
          <p:spPr>
            <a:xfrm>
              <a:off x="7203147" y="2410871"/>
              <a:ext cx="133421" cy="178902"/>
            </a:xfrm>
            <a:custGeom>
              <a:rect b="b" l="l" r="r" t="t"/>
              <a:pathLst>
                <a:path extrusionOk="0" h="5621" w="4192">
                  <a:moveTo>
                    <a:pt x="2131" y="405"/>
                  </a:moveTo>
                  <a:cubicBezTo>
                    <a:pt x="2631" y="405"/>
                    <a:pt x="3048" y="822"/>
                    <a:pt x="3048" y="1322"/>
                  </a:cubicBezTo>
                  <a:lnTo>
                    <a:pt x="3048" y="1441"/>
                  </a:lnTo>
                  <a:lnTo>
                    <a:pt x="3036" y="1441"/>
                  </a:lnTo>
                  <a:cubicBezTo>
                    <a:pt x="2762" y="1381"/>
                    <a:pt x="2679" y="1012"/>
                    <a:pt x="2679" y="1012"/>
                  </a:cubicBezTo>
                  <a:cubicBezTo>
                    <a:pt x="2667" y="941"/>
                    <a:pt x="2608" y="881"/>
                    <a:pt x="2524" y="858"/>
                  </a:cubicBezTo>
                  <a:cubicBezTo>
                    <a:pt x="2515" y="856"/>
                    <a:pt x="2506" y="855"/>
                    <a:pt x="2497" y="855"/>
                  </a:cubicBezTo>
                  <a:cubicBezTo>
                    <a:pt x="2435" y="855"/>
                    <a:pt x="2375" y="889"/>
                    <a:pt x="2334" y="941"/>
                  </a:cubicBezTo>
                  <a:cubicBezTo>
                    <a:pt x="1977" y="1417"/>
                    <a:pt x="1191" y="1429"/>
                    <a:pt x="1179" y="1429"/>
                  </a:cubicBezTo>
                  <a:cubicBezTo>
                    <a:pt x="1143" y="1429"/>
                    <a:pt x="1131" y="1429"/>
                    <a:pt x="1119" y="1441"/>
                  </a:cubicBezTo>
                  <a:lnTo>
                    <a:pt x="1119" y="1322"/>
                  </a:lnTo>
                  <a:cubicBezTo>
                    <a:pt x="1119" y="822"/>
                    <a:pt x="1536" y="405"/>
                    <a:pt x="2036" y="405"/>
                  </a:cubicBezTo>
                  <a:close/>
                  <a:moveTo>
                    <a:pt x="976" y="1965"/>
                  </a:moveTo>
                  <a:lnTo>
                    <a:pt x="976" y="2215"/>
                  </a:lnTo>
                  <a:cubicBezTo>
                    <a:pt x="941" y="2191"/>
                    <a:pt x="905" y="2143"/>
                    <a:pt x="905" y="2084"/>
                  </a:cubicBezTo>
                  <a:cubicBezTo>
                    <a:pt x="905" y="2036"/>
                    <a:pt x="917" y="2012"/>
                    <a:pt x="953" y="1977"/>
                  </a:cubicBezTo>
                  <a:cubicBezTo>
                    <a:pt x="965" y="1977"/>
                    <a:pt x="965" y="1977"/>
                    <a:pt x="976" y="1965"/>
                  </a:cubicBezTo>
                  <a:close/>
                  <a:moveTo>
                    <a:pt x="3215" y="1977"/>
                  </a:moveTo>
                  <a:cubicBezTo>
                    <a:pt x="3239" y="2012"/>
                    <a:pt x="3251" y="2048"/>
                    <a:pt x="3251" y="2084"/>
                  </a:cubicBezTo>
                  <a:cubicBezTo>
                    <a:pt x="3251" y="2143"/>
                    <a:pt x="3227" y="2179"/>
                    <a:pt x="3191" y="2215"/>
                  </a:cubicBezTo>
                  <a:lnTo>
                    <a:pt x="3191" y="1977"/>
                  </a:lnTo>
                  <a:close/>
                  <a:moveTo>
                    <a:pt x="2441" y="1393"/>
                  </a:moveTo>
                  <a:cubicBezTo>
                    <a:pt x="2512" y="1536"/>
                    <a:pt x="2631" y="1679"/>
                    <a:pt x="2810" y="1750"/>
                  </a:cubicBezTo>
                  <a:lnTo>
                    <a:pt x="2810" y="2322"/>
                  </a:lnTo>
                  <a:cubicBezTo>
                    <a:pt x="2810" y="2679"/>
                    <a:pt x="2524" y="2941"/>
                    <a:pt x="2191" y="2941"/>
                  </a:cubicBezTo>
                  <a:lnTo>
                    <a:pt x="2012" y="2941"/>
                  </a:lnTo>
                  <a:cubicBezTo>
                    <a:pt x="1667" y="2941"/>
                    <a:pt x="1381" y="2667"/>
                    <a:pt x="1381" y="2322"/>
                  </a:cubicBezTo>
                  <a:lnTo>
                    <a:pt x="1381" y="1798"/>
                  </a:lnTo>
                  <a:cubicBezTo>
                    <a:pt x="1631" y="1774"/>
                    <a:pt x="2096" y="1679"/>
                    <a:pt x="2441" y="1393"/>
                  </a:cubicBezTo>
                  <a:close/>
                  <a:moveTo>
                    <a:pt x="2286" y="3346"/>
                  </a:moveTo>
                  <a:lnTo>
                    <a:pt x="2286" y="3453"/>
                  </a:lnTo>
                  <a:lnTo>
                    <a:pt x="2310" y="3453"/>
                  </a:lnTo>
                  <a:lnTo>
                    <a:pt x="2084" y="3679"/>
                  </a:lnTo>
                  <a:lnTo>
                    <a:pt x="1869" y="3477"/>
                  </a:lnTo>
                  <a:lnTo>
                    <a:pt x="1869" y="3346"/>
                  </a:lnTo>
                  <a:close/>
                  <a:moveTo>
                    <a:pt x="2048" y="0"/>
                  </a:moveTo>
                  <a:cubicBezTo>
                    <a:pt x="1322" y="0"/>
                    <a:pt x="726" y="596"/>
                    <a:pt x="726" y="1322"/>
                  </a:cubicBezTo>
                  <a:lnTo>
                    <a:pt x="726" y="1667"/>
                  </a:lnTo>
                  <a:cubicBezTo>
                    <a:pt x="607" y="1774"/>
                    <a:pt x="512" y="1917"/>
                    <a:pt x="512" y="2096"/>
                  </a:cubicBezTo>
                  <a:cubicBezTo>
                    <a:pt x="512" y="2393"/>
                    <a:pt x="738" y="2632"/>
                    <a:pt x="1036" y="2643"/>
                  </a:cubicBezTo>
                  <a:cubicBezTo>
                    <a:pt x="1107" y="2882"/>
                    <a:pt x="1274" y="3096"/>
                    <a:pt x="1500" y="3215"/>
                  </a:cubicBezTo>
                  <a:lnTo>
                    <a:pt x="1500" y="3322"/>
                  </a:lnTo>
                  <a:lnTo>
                    <a:pt x="691" y="3632"/>
                  </a:lnTo>
                  <a:cubicBezTo>
                    <a:pt x="619" y="3655"/>
                    <a:pt x="0" y="3917"/>
                    <a:pt x="0" y="4715"/>
                  </a:cubicBezTo>
                  <a:lnTo>
                    <a:pt x="0" y="5418"/>
                  </a:lnTo>
                  <a:cubicBezTo>
                    <a:pt x="0" y="5525"/>
                    <a:pt x="84" y="5608"/>
                    <a:pt x="191" y="5608"/>
                  </a:cubicBezTo>
                  <a:lnTo>
                    <a:pt x="691" y="5608"/>
                  </a:lnTo>
                  <a:cubicBezTo>
                    <a:pt x="798" y="5608"/>
                    <a:pt x="893" y="5525"/>
                    <a:pt x="893" y="5418"/>
                  </a:cubicBezTo>
                  <a:cubicBezTo>
                    <a:pt x="893" y="5310"/>
                    <a:pt x="798" y="5227"/>
                    <a:pt x="691" y="5227"/>
                  </a:cubicBezTo>
                  <a:lnTo>
                    <a:pt x="393" y="5227"/>
                  </a:lnTo>
                  <a:lnTo>
                    <a:pt x="393" y="4715"/>
                  </a:lnTo>
                  <a:cubicBezTo>
                    <a:pt x="393" y="4167"/>
                    <a:pt x="834" y="4013"/>
                    <a:pt x="846" y="4001"/>
                  </a:cubicBezTo>
                  <a:lnTo>
                    <a:pt x="857" y="4001"/>
                  </a:lnTo>
                  <a:lnTo>
                    <a:pt x="1608" y="3715"/>
                  </a:lnTo>
                  <a:lnTo>
                    <a:pt x="1989" y="4108"/>
                  </a:lnTo>
                  <a:cubicBezTo>
                    <a:pt x="2024" y="4132"/>
                    <a:pt x="2084" y="4167"/>
                    <a:pt x="2119" y="4167"/>
                  </a:cubicBezTo>
                  <a:cubicBezTo>
                    <a:pt x="2179" y="4167"/>
                    <a:pt x="2227" y="4132"/>
                    <a:pt x="2262" y="4108"/>
                  </a:cubicBezTo>
                  <a:lnTo>
                    <a:pt x="2631" y="3715"/>
                  </a:lnTo>
                  <a:lnTo>
                    <a:pt x="3370" y="4013"/>
                  </a:lnTo>
                  <a:lnTo>
                    <a:pt x="3393" y="4013"/>
                  </a:lnTo>
                  <a:cubicBezTo>
                    <a:pt x="3405" y="4013"/>
                    <a:pt x="3834" y="4179"/>
                    <a:pt x="3834" y="4727"/>
                  </a:cubicBezTo>
                  <a:lnTo>
                    <a:pt x="3834" y="5239"/>
                  </a:lnTo>
                  <a:lnTo>
                    <a:pt x="1334" y="5239"/>
                  </a:lnTo>
                  <a:cubicBezTo>
                    <a:pt x="1227" y="5239"/>
                    <a:pt x="1143" y="5322"/>
                    <a:pt x="1143" y="5430"/>
                  </a:cubicBezTo>
                  <a:cubicBezTo>
                    <a:pt x="1143" y="5537"/>
                    <a:pt x="1227" y="5620"/>
                    <a:pt x="1334" y="5620"/>
                  </a:cubicBezTo>
                  <a:lnTo>
                    <a:pt x="4048" y="5620"/>
                  </a:lnTo>
                  <a:cubicBezTo>
                    <a:pt x="4108" y="5608"/>
                    <a:pt x="4191" y="5525"/>
                    <a:pt x="4191" y="5418"/>
                  </a:cubicBezTo>
                  <a:lnTo>
                    <a:pt x="4191" y="4715"/>
                  </a:lnTo>
                  <a:cubicBezTo>
                    <a:pt x="4191" y="3917"/>
                    <a:pt x="3572" y="3655"/>
                    <a:pt x="3501" y="3632"/>
                  </a:cubicBezTo>
                  <a:lnTo>
                    <a:pt x="2703" y="3322"/>
                  </a:lnTo>
                  <a:lnTo>
                    <a:pt x="2703" y="3215"/>
                  </a:lnTo>
                  <a:cubicBezTo>
                    <a:pt x="2917" y="3096"/>
                    <a:pt x="3084" y="2882"/>
                    <a:pt x="3167" y="2643"/>
                  </a:cubicBezTo>
                  <a:cubicBezTo>
                    <a:pt x="3453" y="2620"/>
                    <a:pt x="3679" y="2382"/>
                    <a:pt x="3679" y="2096"/>
                  </a:cubicBezTo>
                  <a:cubicBezTo>
                    <a:pt x="3679" y="1917"/>
                    <a:pt x="3596" y="1774"/>
                    <a:pt x="3465" y="1667"/>
                  </a:cubicBezTo>
                  <a:lnTo>
                    <a:pt x="3465" y="1322"/>
                  </a:lnTo>
                  <a:cubicBezTo>
                    <a:pt x="3465" y="596"/>
                    <a:pt x="2870" y="0"/>
                    <a:pt x="2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9"/>
            <p:cNvSpPr/>
            <p:nvPr/>
          </p:nvSpPr>
          <p:spPr>
            <a:xfrm>
              <a:off x="7334245" y="2602600"/>
              <a:ext cx="134949" cy="179284"/>
            </a:xfrm>
            <a:custGeom>
              <a:rect b="b" l="l" r="r" t="t"/>
              <a:pathLst>
                <a:path extrusionOk="0" h="5633" w="424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39" y="845"/>
                    <a:pt x="2530" y="844"/>
                    <a:pt x="2521" y="844"/>
                  </a:cubicBezTo>
                  <a:cubicBezTo>
                    <a:pt x="2456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1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51" y="2180"/>
                    <a:pt x="3215" y="2203"/>
                  </a:cubicBezTo>
                  <a:lnTo>
                    <a:pt x="3215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29" y="2144"/>
                    <a:pt x="929" y="2084"/>
                  </a:cubicBezTo>
                  <a:cubicBezTo>
                    <a:pt x="929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42" y="1406"/>
                  </a:moveTo>
                  <a:cubicBezTo>
                    <a:pt x="2513" y="1537"/>
                    <a:pt x="2632" y="1680"/>
                    <a:pt x="2811" y="1763"/>
                  </a:cubicBezTo>
                  <a:lnTo>
                    <a:pt x="2811" y="2323"/>
                  </a:lnTo>
                  <a:cubicBezTo>
                    <a:pt x="2834" y="2668"/>
                    <a:pt x="2549" y="2954"/>
                    <a:pt x="2191" y="2954"/>
                  </a:cubicBezTo>
                  <a:lnTo>
                    <a:pt x="2013" y="2954"/>
                  </a:lnTo>
                  <a:cubicBezTo>
                    <a:pt x="1668" y="2954"/>
                    <a:pt x="1382" y="2668"/>
                    <a:pt x="1382" y="2323"/>
                  </a:cubicBezTo>
                  <a:lnTo>
                    <a:pt x="1382" y="1799"/>
                  </a:lnTo>
                  <a:cubicBezTo>
                    <a:pt x="1644" y="1775"/>
                    <a:pt x="2084" y="1680"/>
                    <a:pt x="2442" y="1406"/>
                  </a:cubicBezTo>
                  <a:close/>
                  <a:moveTo>
                    <a:pt x="2311" y="3335"/>
                  </a:moveTo>
                  <a:lnTo>
                    <a:pt x="2322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8" y="5609"/>
                    <a:pt x="894" y="5525"/>
                    <a:pt x="894" y="5418"/>
                  </a:cubicBezTo>
                  <a:cubicBezTo>
                    <a:pt x="894" y="5311"/>
                    <a:pt x="798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1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39" y="5537"/>
                    <a:pt x="4239" y="5430"/>
                  </a:cubicBezTo>
                  <a:lnTo>
                    <a:pt x="4239" y="4739"/>
                  </a:lnTo>
                  <a:cubicBezTo>
                    <a:pt x="4204" y="3918"/>
                    <a:pt x="3573" y="3668"/>
                    <a:pt x="3501" y="3632"/>
                  </a:cubicBezTo>
                  <a:lnTo>
                    <a:pt x="2715" y="3323"/>
                  </a:lnTo>
                  <a:lnTo>
                    <a:pt x="2715" y="3216"/>
                  </a:lnTo>
                  <a:cubicBezTo>
                    <a:pt x="2918" y="3096"/>
                    <a:pt x="3084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5" y="1668"/>
                  </a:cubicBezTo>
                  <a:lnTo>
                    <a:pt x="3465" y="1322"/>
                  </a:lnTo>
                  <a:cubicBezTo>
                    <a:pt x="3465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9"/>
            <p:cNvSpPr/>
            <p:nvPr/>
          </p:nvSpPr>
          <p:spPr>
            <a:xfrm>
              <a:off x="7070872" y="2602600"/>
              <a:ext cx="134949" cy="179284"/>
            </a:xfrm>
            <a:custGeom>
              <a:rect b="b" l="l" r="r" t="t"/>
              <a:pathLst>
                <a:path extrusionOk="0" h="5633" w="424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40" y="845"/>
                    <a:pt x="2530" y="844"/>
                    <a:pt x="2521" y="844"/>
                  </a:cubicBezTo>
                  <a:cubicBezTo>
                    <a:pt x="2457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2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39" y="2180"/>
                    <a:pt x="3216" y="2203"/>
                  </a:cubicBezTo>
                  <a:lnTo>
                    <a:pt x="3216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30" y="2144"/>
                    <a:pt x="930" y="2084"/>
                  </a:cubicBezTo>
                  <a:cubicBezTo>
                    <a:pt x="930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54" y="1406"/>
                  </a:moveTo>
                  <a:cubicBezTo>
                    <a:pt x="2525" y="1537"/>
                    <a:pt x="2644" y="1680"/>
                    <a:pt x="2823" y="1763"/>
                  </a:cubicBezTo>
                  <a:lnTo>
                    <a:pt x="2823" y="2323"/>
                  </a:lnTo>
                  <a:cubicBezTo>
                    <a:pt x="2835" y="2668"/>
                    <a:pt x="2549" y="2954"/>
                    <a:pt x="2204" y="2954"/>
                  </a:cubicBezTo>
                  <a:lnTo>
                    <a:pt x="2025" y="2954"/>
                  </a:lnTo>
                  <a:cubicBezTo>
                    <a:pt x="1680" y="2954"/>
                    <a:pt x="1406" y="2668"/>
                    <a:pt x="1406" y="2323"/>
                  </a:cubicBezTo>
                  <a:lnTo>
                    <a:pt x="1406" y="1799"/>
                  </a:lnTo>
                  <a:cubicBezTo>
                    <a:pt x="1656" y="1775"/>
                    <a:pt x="2120" y="1680"/>
                    <a:pt x="2454" y="1406"/>
                  </a:cubicBezTo>
                  <a:close/>
                  <a:moveTo>
                    <a:pt x="2311" y="3335"/>
                  </a:moveTo>
                  <a:lnTo>
                    <a:pt x="2323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9" y="5609"/>
                    <a:pt x="894" y="5525"/>
                    <a:pt x="894" y="5418"/>
                  </a:cubicBezTo>
                  <a:cubicBezTo>
                    <a:pt x="894" y="5311"/>
                    <a:pt x="799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2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40" y="5537"/>
                    <a:pt x="4240" y="5430"/>
                  </a:cubicBezTo>
                  <a:lnTo>
                    <a:pt x="4240" y="4739"/>
                  </a:lnTo>
                  <a:cubicBezTo>
                    <a:pt x="4216" y="3918"/>
                    <a:pt x="3573" y="3668"/>
                    <a:pt x="3501" y="3632"/>
                  </a:cubicBezTo>
                  <a:lnTo>
                    <a:pt x="2716" y="3323"/>
                  </a:lnTo>
                  <a:lnTo>
                    <a:pt x="2716" y="3216"/>
                  </a:lnTo>
                  <a:cubicBezTo>
                    <a:pt x="2918" y="3096"/>
                    <a:pt x="3085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6" y="1668"/>
                  </a:cubicBezTo>
                  <a:lnTo>
                    <a:pt x="3466" y="1322"/>
                  </a:lnTo>
                  <a:cubicBezTo>
                    <a:pt x="3466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50"/>
          <p:cNvGrpSpPr/>
          <p:nvPr/>
        </p:nvGrpSpPr>
        <p:grpSpPr>
          <a:xfrm>
            <a:off x="0" y="1687600"/>
            <a:ext cx="4870800" cy="3456000"/>
            <a:chOff x="0" y="1687600"/>
            <a:chExt cx="4870800" cy="3456000"/>
          </a:xfrm>
        </p:grpSpPr>
        <p:sp>
          <p:nvSpPr>
            <p:cNvPr id="387" name="Google Shape;387;p50"/>
            <p:cNvSpPr/>
            <p:nvPr/>
          </p:nvSpPr>
          <p:spPr>
            <a:xfrm>
              <a:off x="1909050" y="1687600"/>
              <a:ext cx="852900" cy="3456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8" name="Google Shape;388;p50"/>
            <p:cNvCxnSpPr/>
            <p:nvPr/>
          </p:nvCxnSpPr>
          <p:spPr>
            <a:xfrm rot="10800000">
              <a:off x="0" y="487602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9" name="Google Shape;389;p5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Usos en la vida real</a:t>
            </a:r>
            <a:endParaRPr/>
          </a:p>
        </p:txBody>
      </p:sp>
      <p:sp>
        <p:nvSpPr>
          <p:cNvPr id="390" name="Google Shape;390;p50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Bounded Model Checking para programas concurrentes</a:t>
            </a:r>
            <a:endParaRPr/>
          </a:p>
        </p:txBody>
      </p:sp>
      <p:sp>
        <p:nvSpPr>
          <p:cNvPr id="391" name="Google Shape;391;p50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TCBMC</a:t>
            </a:r>
            <a:endParaRPr/>
          </a:p>
        </p:txBody>
      </p:sp>
      <p:sp>
        <p:nvSpPr>
          <p:cNvPr id="392" name="Google Shape;392;p50"/>
          <p:cNvSpPr txBox="1"/>
          <p:nvPr>
            <p:ph idx="3" type="subTitle"/>
          </p:nvPr>
        </p:nvSpPr>
        <p:spPr>
          <a:xfrm>
            <a:off x="2954674" y="363415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Verificador de seguridad en Rust</a:t>
            </a:r>
            <a:endParaRPr/>
          </a:p>
        </p:txBody>
      </p:sp>
      <p:sp>
        <p:nvSpPr>
          <p:cNvPr id="393" name="Google Shape;393;p50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CRust</a:t>
            </a:r>
            <a:endParaRPr/>
          </a:p>
        </p:txBody>
      </p:sp>
      <p:sp>
        <p:nvSpPr>
          <p:cNvPr id="394" name="Google Shape;394;p50"/>
          <p:cNvSpPr/>
          <p:nvPr/>
        </p:nvSpPr>
        <p:spPr>
          <a:xfrm>
            <a:off x="2100525" y="2027974"/>
            <a:ext cx="517938" cy="414352"/>
          </a:xfrm>
          <a:custGeom>
            <a:rect b="b" l="l" r="r" t="t"/>
            <a:pathLst>
              <a:path extrusionOk="0" h="9734" w="11943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50"/>
          <p:cNvGrpSpPr/>
          <p:nvPr/>
        </p:nvGrpSpPr>
        <p:grpSpPr>
          <a:xfrm>
            <a:off x="2091415" y="3449765"/>
            <a:ext cx="517959" cy="373403"/>
            <a:chOff x="7009649" y="1541981"/>
            <a:chExt cx="524940" cy="320655"/>
          </a:xfrm>
        </p:grpSpPr>
        <p:sp>
          <p:nvSpPr>
            <p:cNvPr id="396" name="Google Shape;396;p50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0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0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0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0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0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0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0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Accesibilidad</a:t>
            </a:r>
            <a:endParaRPr/>
          </a:p>
        </p:txBody>
      </p:sp>
      <p:graphicFrame>
        <p:nvGraphicFramePr>
          <p:cNvPr id="409" name="Google Shape;409;p51"/>
          <p:cNvGraphicFramePr/>
          <p:nvPr/>
        </p:nvGraphicFramePr>
        <p:xfrm>
          <a:off x="713200" y="152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{5751B27B-E7D0-4764-8F6D-16A2D9EE8022}</a:tableStyleId>
              </a:tblPr>
              <a:tblGrid>
                <a:gridCol w="1171675"/>
                <a:gridCol w="1171675"/>
                <a:gridCol w="1171675"/>
              </a:tblGrid>
              <a:tr h="669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Sistema Operativo</a:t>
                      </a:r>
                      <a:endParaRPr sz="12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Herramienta por comando</a:t>
                      </a:r>
                      <a:endParaRPr sz="12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Interfaz Gráfica</a:t>
                      </a:r>
                      <a:endParaRPr sz="12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9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missioner SemiBold"/>
                          <a:ea typeface="Commissioner SemiBold"/>
                          <a:cs typeface="Commissioner SemiBold"/>
                          <a:sym typeface="Commissioner SemiBold"/>
                        </a:rPr>
                        <a:t>Windows</a:t>
                      </a:r>
                      <a:endParaRPr sz="1200">
                        <a:solidFill>
                          <a:schemeClr val="dk1"/>
                        </a:solidFill>
                        <a:latin typeface="Commissioner SemiBold"/>
                        <a:ea typeface="Commissioner SemiBold"/>
                        <a:cs typeface="Commissioner SemiBold"/>
                        <a:sym typeface="Commissioner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Commissioner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missioner SemiBold"/>
                          <a:ea typeface="Commissioner SemiBold"/>
                          <a:cs typeface="Commissioner SemiBold"/>
                          <a:sym typeface="Commissioner SemiBold"/>
                        </a:rPr>
                        <a:t>Linux</a:t>
                      </a:r>
                      <a:endParaRPr sz="300">
                        <a:solidFill>
                          <a:schemeClr val="dk1"/>
                        </a:solidFill>
                        <a:latin typeface="Commissioner SemiBold"/>
                        <a:ea typeface="Commissioner SemiBold"/>
                        <a:cs typeface="Commissioner SemiBold"/>
                        <a:sym typeface="Commissioner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missioner SemiBold"/>
                          <a:ea typeface="Commissioner SemiBold"/>
                          <a:cs typeface="Commissioner SemiBold"/>
                          <a:sym typeface="Commissioner SemiBold"/>
                        </a:rPr>
                        <a:t>MacOS</a:t>
                      </a:r>
                      <a:endParaRPr sz="300">
                        <a:solidFill>
                          <a:schemeClr val="dk1"/>
                        </a:solidFill>
                        <a:latin typeface="Commissioner SemiBold"/>
                        <a:ea typeface="Commissioner SemiBold"/>
                        <a:cs typeface="Commissioner SemiBold"/>
                        <a:sym typeface="Commissioner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10" name="Google Shape;410;p51"/>
          <p:cNvGrpSpPr/>
          <p:nvPr/>
        </p:nvGrpSpPr>
        <p:grpSpPr>
          <a:xfrm>
            <a:off x="2321305" y="2462460"/>
            <a:ext cx="298813" cy="218587"/>
            <a:chOff x="5216456" y="3725484"/>
            <a:chExt cx="356196" cy="265631"/>
          </a:xfrm>
        </p:grpSpPr>
        <p:sp>
          <p:nvSpPr>
            <p:cNvPr id="411" name="Google Shape;411;p51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1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51"/>
          <p:cNvGrpSpPr/>
          <p:nvPr/>
        </p:nvGrpSpPr>
        <p:grpSpPr>
          <a:xfrm>
            <a:off x="2321305" y="3146947"/>
            <a:ext cx="298813" cy="218587"/>
            <a:chOff x="5216456" y="3725484"/>
            <a:chExt cx="356196" cy="265631"/>
          </a:xfrm>
        </p:grpSpPr>
        <p:sp>
          <p:nvSpPr>
            <p:cNvPr id="414" name="Google Shape;414;p51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1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" name="Google Shape;416;p51"/>
          <p:cNvGrpSpPr/>
          <p:nvPr/>
        </p:nvGrpSpPr>
        <p:grpSpPr>
          <a:xfrm>
            <a:off x="2321305" y="3831435"/>
            <a:ext cx="298813" cy="218587"/>
            <a:chOff x="5216456" y="3725484"/>
            <a:chExt cx="356196" cy="265631"/>
          </a:xfrm>
        </p:grpSpPr>
        <p:sp>
          <p:nvSpPr>
            <p:cNvPr id="417" name="Google Shape;417;p51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1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" name="Google Shape;419;p51"/>
          <p:cNvGrpSpPr/>
          <p:nvPr/>
        </p:nvGrpSpPr>
        <p:grpSpPr>
          <a:xfrm>
            <a:off x="3483859" y="2412433"/>
            <a:ext cx="298841" cy="268680"/>
            <a:chOff x="5779408" y="3699191"/>
            <a:chExt cx="317645" cy="318757"/>
          </a:xfrm>
        </p:grpSpPr>
        <p:sp>
          <p:nvSpPr>
            <p:cNvPr id="420" name="Google Shape;420;p51"/>
            <p:cNvSpPr/>
            <p:nvPr/>
          </p:nvSpPr>
          <p:spPr>
            <a:xfrm>
              <a:off x="5892837" y="3700334"/>
              <a:ext cx="204216" cy="317614"/>
            </a:xfrm>
            <a:custGeom>
              <a:rect b="b" l="l" r="r" t="t"/>
              <a:pathLst>
                <a:path extrusionOk="0" h="10002" w="6431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5779408" y="3699191"/>
              <a:ext cx="195134" cy="316883"/>
            </a:xfrm>
            <a:custGeom>
              <a:rect b="b" l="l" r="r" t="t"/>
              <a:pathLst>
                <a:path extrusionOk="0" h="9979" w="6145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51"/>
          <p:cNvGrpSpPr/>
          <p:nvPr/>
        </p:nvGrpSpPr>
        <p:grpSpPr>
          <a:xfrm>
            <a:off x="3483859" y="3806383"/>
            <a:ext cx="298841" cy="268680"/>
            <a:chOff x="5779408" y="3699191"/>
            <a:chExt cx="317645" cy="318757"/>
          </a:xfrm>
        </p:grpSpPr>
        <p:sp>
          <p:nvSpPr>
            <p:cNvPr id="423" name="Google Shape;423;p51"/>
            <p:cNvSpPr/>
            <p:nvPr/>
          </p:nvSpPr>
          <p:spPr>
            <a:xfrm>
              <a:off x="5892837" y="3700334"/>
              <a:ext cx="204216" cy="317614"/>
            </a:xfrm>
            <a:custGeom>
              <a:rect b="b" l="l" r="r" t="t"/>
              <a:pathLst>
                <a:path extrusionOk="0" h="10002" w="6431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5779408" y="3699191"/>
              <a:ext cx="195134" cy="316883"/>
            </a:xfrm>
            <a:custGeom>
              <a:rect b="b" l="l" r="r" t="t"/>
              <a:pathLst>
                <a:path extrusionOk="0" h="9979" w="6145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51"/>
          <p:cNvGrpSpPr/>
          <p:nvPr/>
        </p:nvGrpSpPr>
        <p:grpSpPr>
          <a:xfrm>
            <a:off x="3483868" y="3146947"/>
            <a:ext cx="298813" cy="218587"/>
            <a:chOff x="5216456" y="3725484"/>
            <a:chExt cx="356196" cy="265631"/>
          </a:xfrm>
        </p:grpSpPr>
        <p:sp>
          <p:nvSpPr>
            <p:cNvPr id="426" name="Google Shape;426;p51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8" name="Google Shape;42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000" y="1322626"/>
            <a:ext cx="2559525" cy="317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Flags</a:t>
            </a:r>
            <a:endParaRPr/>
          </a:p>
        </p:txBody>
      </p:sp>
      <p:sp>
        <p:nvSpPr>
          <p:cNvPr id="434" name="Google Shape;434;p52"/>
          <p:cNvSpPr txBox="1"/>
          <p:nvPr>
            <p:ph idx="1" type="subTitle"/>
          </p:nvPr>
        </p:nvSpPr>
        <p:spPr>
          <a:xfrm>
            <a:off x="713225" y="1247775"/>
            <a:ext cx="7717500" cy="33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--bounds-check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--div-by-zero-check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--pointer-check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--pointer-primitive-check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--signed-overflow-check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--unsigned-overflow-check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--undefined-shift-check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--nan-check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--uninitialized-check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--error-label label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Aspectos técnicos</a:t>
            </a:r>
            <a:endParaRPr/>
          </a:p>
        </p:txBody>
      </p:sp>
      <p:pic>
        <p:nvPicPr>
          <p:cNvPr id="440" name="Google Shape;44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75" y="1452200"/>
            <a:ext cx="7838751" cy="223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54"/>
          <p:cNvGrpSpPr/>
          <p:nvPr/>
        </p:nvGrpSpPr>
        <p:grpSpPr>
          <a:xfrm>
            <a:off x="-231775" y="2571750"/>
            <a:ext cx="9641250" cy="755400"/>
            <a:chOff x="-231775" y="2571750"/>
            <a:chExt cx="9641250" cy="755400"/>
          </a:xfrm>
        </p:grpSpPr>
        <p:sp>
          <p:nvSpPr>
            <p:cNvPr id="446" name="Google Shape;446;p54"/>
            <p:cNvSpPr/>
            <p:nvPr/>
          </p:nvSpPr>
          <p:spPr>
            <a:xfrm>
              <a:off x="0" y="2571750"/>
              <a:ext cx="9144000" cy="75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7" name="Google Shape;447;p54"/>
            <p:cNvCxnSpPr>
              <a:stCxn id="448" idx="1"/>
            </p:cNvCxnSpPr>
            <p:nvPr/>
          </p:nvCxnSpPr>
          <p:spPr>
            <a:xfrm rot="10800000">
              <a:off x="-231775" y="2949450"/>
              <a:ext cx="1643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54"/>
            <p:cNvCxnSpPr>
              <a:endCxn id="450" idx="3"/>
            </p:cNvCxnSpPr>
            <p:nvPr/>
          </p:nvCxnSpPr>
          <p:spPr>
            <a:xfrm rot="10800000">
              <a:off x="7584275" y="2949450"/>
              <a:ext cx="182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1" name="Google Shape;451;p5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con otras herramientas</a:t>
            </a:r>
            <a:endParaRPr/>
          </a:p>
        </p:txBody>
      </p:sp>
      <p:sp>
        <p:nvSpPr>
          <p:cNvPr id="452" name="Google Shape;452;p54"/>
          <p:cNvSpPr txBox="1"/>
          <p:nvPr>
            <p:ph idx="4294967295" type="subTitle"/>
          </p:nvPr>
        </p:nvSpPr>
        <p:spPr>
          <a:xfrm>
            <a:off x="630623" y="1746925"/>
            <a:ext cx="43689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Tools and Algorithms for the Construction and Analysis of Systems (2012 - Actualidad)</a:t>
            </a:r>
            <a:endParaRPr/>
          </a:p>
        </p:txBody>
      </p:sp>
      <p:sp>
        <p:nvSpPr>
          <p:cNvPr id="453" name="Google Shape;453;p54"/>
          <p:cNvSpPr txBox="1"/>
          <p:nvPr>
            <p:ph idx="4294967295" type="subTitle"/>
          </p:nvPr>
        </p:nvSpPr>
        <p:spPr>
          <a:xfrm>
            <a:off x="1593713" y="1309074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2200">
                <a:latin typeface="Golos Text"/>
                <a:ea typeface="Golos Text"/>
                <a:cs typeface="Golos Text"/>
                <a:sym typeface="Golos Text"/>
              </a:rPr>
              <a:t>SV-COMP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48" name="Google Shape;448;p54"/>
          <p:cNvSpPr txBox="1"/>
          <p:nvPr>
            <p:ph idx="4294967295" type="subTitle"/>
          </p:nvPr>
        </p:nvSpPr>
        <p:spPr>
          <a:xfrm>
            <a:off x="1411925" y="2687850"/>
            <a:ext cx="1238700" cy="5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000">
                <a:latin typeface="Golos Text"/>
                <a:ea typeface="Golos Text"/>
                <a:cs typeface="Golos Text"/>
                <a:sym typeface="Golos Text"/>
              </a:rPr>
              <a:t>2014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4" name="Google Shape;454;p54"/>
          <p:cNvSpPr txBox="1"/>
          <p:nvPr>
            <p:ph idx="4294967295" type="subTitle"/>
          </p:nvPr>
        </p:nvSpPr>
        <p:spPr>
          <a:xfrm>
            <a:off x="6343800" y="2687850"/>
            <a:ext cx="1238700" cy="5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000">
                <a:latin typeface="Golos Text"/>
                <a:ea typeface="Golos Text"/>
                <a:cs typeface="Golos Text"/>
                <a:sym typeface="Golos Text"/>
              </a:rPr>
              <a:t>2024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55" name="Google Shape;4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175" y="1437821"/>
            <a:ext cx="2160067" cy="6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4937" y="3507850"/>
            <a:ext cx="549878" cy="5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5300" y="4179700"/>
            <a:ext cx="955377" cy="35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54"/>
          <p:cNvGrpSpPr/>
          <p:nvPr/>
        </p:nvGrpSpPr>
        <p:grpSpPr>
          <a:xfrm>
            <a:off x="1390733" y="3606000"/>
            <a:ext cx="337334" cy="353599"/>
            <a:chOff x="853568" y="1975538"/>
            <a:chExt cx="337334" cy="353599"/>
          </a:xfrm>
        </p:grpSpPr>
        <p:sp>
          <p:nvSpPr>
            <p:cNvPr id="459" name="Google Shape;459;p54"/>
            <p:cNvSpPr/>
            <p:nvPr/>
          </p:nvSpPr>
          <p:spPr>
            <a:xfrm>
              <a:off x="853568" y="1975538"/>
              <a:ext cx="337334" cy="353599"/>
            </a:xfrm>
            <a:custGeom>
              <a:rect b="b" l="l" r="r" t="t"/>
              <a:pathLst>
                <a:path extrusionOk="0" h="11109" w="10598">
                  <a:moveTo>
                    <a:pt x="8180" y="322"/>
                  </a:moveTo>
                  <a:lnTo>
                    <a:pt x="5823" y="3596"/>
                  </a:lnTo>
                  <a:lnTo>
                    <a:pt x="5501" y="3132"/>
                  </a:lnTo>
                  <a:lnTo>
                    <a:pt x="7502" y="322"/>
                  </a:lnTo>
                  <a:close/>
                  <a:moveTo>
                    <a:pt x="9252" y="322"/>
                  </a:moveTo>
                  <a:lnTo>
                    <a:pt x="6371" y="4346"/>
                  </a:lnTo>
                  <a:lnTo>
                    <a:pt x="6049" y="3882"/>
                  </a:lnTo>
                  <a:lnTo>
                    <a:pt x="8597" y="322"/>
                  </a:lnTo>
                  <a:close/>
                  <a:moveTo>
                    <a:pt x="2072" y="322"/>
                  </a:moveTo>
                  <a:lnTo>
                    <a:pt x="4966" y="4358"/>
                  </a:lnTo>
                  <a:cubicBezTo>
                    <a:pt x="4906" y="4382"/>
                    <a:pt x="4859" y="4430"/>
                    <a:pt x="4811" y="4477"/>
                  </a:cubicBezTo>
                  <a:cubicBezTo>
                    <a:pt x="4750" y="4538"/>
                    <a:pt x="4652" y="4579"/>
                    <a:pt x="4557" y="4579"/>
                  </a:cubicBezTo>
                  <a:cubicBezTo>
                    <a:pt x="4521" y="4579"/>
                    <a:pt x="4486" y="4574"/>
                    <a:pt x="4454" y="4561"/>
                  </a:cubicBezTo>
                  <a:lnTo>
                    <a:pt x="1418" y="322"/>
                  </a:lnTo>
                  <a:close/>
                  <a:moveTo>
                    <a:pt x="3084" y="322"/>
                  </a:moveTo>
                  <a:lnTo>
                    <a:pt x="6121" y="4584"/>
                  </a:lnTo>
                  <a:cubicBezTo>
                    <a:pt x="6100" y="4589"/>
                    <a:pt x="6079" y="4591"/>
                    <a:pt x="6057" y="4591"/>
                  </a:cubicBezTo>
                  <a:cubicBezTo>
                    <a:pt x="5957" y="4591"/>
                    <a:pt x="5854" y="4546"/>
                    <a:pt x="5775" y="4477"/>
                  </a:cubicBezTo>
                  <a:cubicBezTo>
                    <a:pt x="5644" y="4346"/>
                    <a:pt x="5466" y="4287"/>
                    <a:pt x="5287" y="4287"/>
                  </a:cubicBezTo>
                  <a:lnTo>
                    <a:pt x="2453" y="334"/>
                  </a:lnTo>
                  <a:lnTo>
                    <a:pt x="3084" y="334"/>
                  </a:lnTo>
                  <a:lnTo>
                    <a:pt x="3084" y="322"/>
                  </a:lnTo>
                  <a:close/>
                  <a:moveTo>
                    <a:pt x="1013" y="322"/>
                  </a:moveTo>
                  <a:lnTo>
                    <a:pt x="4025" y="4537"/>
                  </a:lnTo>
                  <a:cubicBezTo>
                    <a:pt x="3858" y="4584"/>
                    <a:pt x="3716" y="4668"/>
                    <a:pt x="3608" y="4823"/>
                  </a:cubicBezTo>
                  <a:lnTo>
                    <a:pt x="394" y="322"/>
                  </a:lnTo>
                  <a:close/>
                  <a:moveTo>
                    <a:pt x="10216" y="322"/>
                  </a:moveTo>
                  <a:lnTo>
                    <a:pt x="7002" y="4823"/>
                  </a:lnTo>
                  <a:cubicBezTo>
                    <a:pt x="6906" y="4680"/>
                    <a:pt x="6775" y="4596"/>
                    <a:pt x="6633" y="4549"/>
                  </a:cubicBezTo>
                  <a:lnTo>
                    <a:pt x="9645" y="322"/>
                  </a:lnTo>
                  <a:close/>
                  <a:moveTo>
                    <a:pt x="5268" y="4599"/>
                  </a:moveTo>
                  <a:cubicBezTo>
                    <a:pt x="5362" y="4599"/>
                    <a:pt x="5454" y="4638"/>
                    <a:pt x="5525" y="4715"/>
                  </a:cubicBezTo>
                  <a:cubicBezTo>
                    <a:pt x="5652" y="4842"/>
                    <a:pt x="5822" y="4911"/>
                    <a:pt x="5994" y="4911"/>
                  </a:cubicBezTo>
                  <a:cubicBezTo>
                    <a:pt x="6081" y="4911"/>
                    <a:pt x="6168" y="4894"/>
                    <a:pt x="6252" y="4858"/>
                  </a:cubicBezTo>
                  <a:cubicBezTo>
                    <a:pt x="6295" y="4843"/>
                    <a:pt x="6338" y="4836"/>
                    <a:pt x="6380" y="4836"/>
                  </a:cubicBezTo>
                  <a:cubicBezTo>
                    <a:pt x="6534" y="4836"/>
                    <a:pt x="6672" y="4932"/>
                    <a:pt x="6728" y="5073"/>
                  </a:cubicBezTo>
                  <a:cubicBezTo>
                    <a:pt x="6728" y="5084"/>
                    <a:pt x="6752" y="5096"/>
                    <a:pt x="6752" y="5120"/>
                  </a:cubicBezTo>
                  <a:cubicBezTo>
                    <a:pt x="6823" y="5311"/>
                    <a:pt x="6954" y="5382"/>
                    <a:pt x="6954" y="5382"/>
                  </a:cubicBezTo>
                  <a:cubicBezTo>
                    <a:pt x="7109" y="5454"/>
                    <a:pt x="7240" y="5513"/>
                    <a:pt x="7371" y="5513"/>
                  </a:cubicBezTo>
                  <a:cubicBezTo>
                    <a:pt x="7561" y="5537"/>
                    <a:pt x="7728" y="5692"/>
                    <a:pt x="7716" y="5906"/>
                  </a:cubicBezTo>
                  <a:cubicBezTo>
                    <a:pt x="7704" y="6168"/>
                    <a:pt x="7847" y="6430"/>
                    <a:pt x="8085" y="6561"/>
                  </a:cubicBezTo>
                  <a:cubicBezTo>
                    <a:pt x="8264" y="6644"/>
                    <a:pt x="8335" y="6870"/>
                    <a:pt x="8252" y="7049"/>
                  </a:cubicBezTo>
                  <a:cubicBezTo>
                    <a:pt x="8133" y="7287"/>
                    <a:pt x="8157" y="7585"/>
                    <a:pt x="8323" y="7799"/>
                  </a:cubicBezTo>
                  <a:cubicBezTo>
                    <a:pt x="8442" y="7954"/>
                    <a:pt x="8430" y="8180"/>
                    <a:pt x="8264" y="8311"/>
                  </a:cubicBezTo>
                  <a:cubicBezTo>
                    <a:pt x="8061" y="8490"/>
                    <a:pt x="7966" y="8763"/>
                    <a:pt x="8026" y="9025"/>
                  </a:cubicBezTo>
                  <a:cubicBezTo>
                    <a:pt x="8073" y="9228"/>
                    <a:pt x="7966" y="9430"/>
                    <a:pt x="7776" y="9478"/>
                  </a:cubicBezTo>
                  <a:cubicBezTo>
                    <a:pt x="7502" y="9549"/>
                    <a:pt x="7311" y="9775"/>
                    <a:pt x="7264" y="10026"/>
                  </a:cubicBezTo>
                  <a:cubicBezTo>
                    <a:pt x="7242" y="10196"/>
                    <a:pt x="7087" y="10329"/>
                    <a:pt x="6909" y="10329"/>
                  </a:cubicBezTo>
                  <a:cubicBezTo>
                    <a:pt x="6889" y="10329"/>
                    <a:pt x="6868" y="10327"/>
                    <a:pt x="6847" y="10323"/>
                  </a:cubicBezTo>
                  <a:cubicBezTo>
                    <a:pt x="6809" y="10316"/>
                    <a:pt x="6770" y="10313"/>
                    <a:pt x="6732" y="10313"/>
                  </a:cubicBezTo>
                  <a:cubicBezTo>
                    <a:pt x="6508" y="10313"/>
                    <a:pt x="6290" y="10429"/>
                    <a:pt x="6168" y="10633"/>
                  </a:cubicBezTo>
                  <a:cubicBezTo>
                    <a:pt x="6100" y="10740"/>
                    <a:pt x="5977" y="10802"/>
                    <a:pt x="5854" y="10802"/>
                  </a:cubicBezTo>
                  <a:cubicBezTo>
                    <a:pt x="5785" y="10802"/>
                    <a:pt x="5716" y="10783"/>
                    <a:pt x="5656" y="10740"/>
                  </a:cubicBezTo>
                  <a:cubicBezTo>
                    <a:pt x="5537" y="10668"/>
                    <a:pt x="5418" y="10633"/>
                    <a:pt x="5287" y="10633"/>
                  </a:cubicBezTo>
                  <a:cubicBezTo>
                    <a:pt x="5156" y="10633"/>
                    <a:pt x="5025" y="10668"/>
                    <a:pt x="4918" y="10740"/>
                  </a:cubicBezTo>
                  <a:cubicBezTo>
                    <a:pt x="4858" y="10779"/>
                    <a:pt x="4788" y="10797"/>
                    <a:pt x="4719" y="10797"/>
                  </a:cubicBezTo>
                  <a:cubicBezTo>
                    <a:pt x="4596" y="10797"/>
                    <a:pt x="4475" y="10739"/>
                    <a:pt x="4406" y="10633"/>
                  </a:cubicBezTo>
                  <a:cubicBezTo>
                    <a:pt x="4275" y="10437"/>
                    <a:pt x="4035" y="10320"/>
                    <a:pt x="3794" y="10320"/>
                  </a:cubicBezTo>
                  <a:cubicBezTo>
                    <a:pt x="3772" y="10320"/>
                    <a:pt x="3750" y="10321"/>
                    <a:pt x="3727" y="10323"/>
                  </a:cubicBezTo>
                  <a:cubicBezTo>
                    <a:pt x="3708" y="10327"/>
                    <a:pt x="3688" y="10329"/>
                    <a:pt x="3668" y="10329"/>
                  </a:cubicBezTo>
                  <a:cubicBezTo>
                    <a:pt x="3497" y="10329"/>
                    <a:pt x="3332" y="10196"/>
                    <a:pt x="3311" y="10026"/>
                  </a:cubicBezTo>
                  <a:cubicBezTo>
                    <a:pt x="3263" y="9764"/>
                    <a:pt x="3073" y="9537"/>
                    <a:pt x="2799" y="9478"/>
                  </a:cubicBezTo>
                  <a:cubicBezTo>
                    <a:pt x="2608" y="9418"/>
                    <a:pt x="2489" y="9228"/>
                    <a:pt x="2549" y="9025"/>
                  </a:cubicBezTo>
                  <a:cubicBezTo>
                    <a:pt x="2620" y="8763"/>
                    <a:pt x="2537" y="8490"/>
                    <a:pt x="2311" y="8311"/>
                  </a:cubicBezTo>
                  <a:cubicBezTo>
                    <a:pt x="2168" y="8180"/>
                    <a:pt x="2132" y="7954"/>
                    <a:pt x="2251" y="7799"/>
                  </a:cubicBezTo>
                  <a:cubicBezTo>
                    <a:pt x="2418" y="7585"/>
                    <a:pt x="2442" y="7287"/>
                    <a:pt x="2322" y="7049"/>
                  </a:cubicBezTo>
                  <a:cubicBezTo>
                    <a:pt x="2239" y="6870"/>
                    <a:pt x="2311" y="6644"/>
                    <a:pt x="2489" y="6561"/>
                  </a:cubicBezTo>
                  <a:cubicBezTo>
                    <a:pt x="2727" y="6442"/>
                    <a:pt x="2882" y="6192"/>
                    <a:pt x="2858" y="5906"/>
                  </a:cubicBezTo>
                  <a:cubicBezTo>
                    <a:pt x="2846" y="5715"/>
                    <a:pt x="3013" y="5537"/>
                    <a:pt x="3204" y="5513"/>
                  </a:cubicBezTo>
                  <a:cubicBezTo>
                    <a:pt x="3418" y="5501"/>
                    <a:pt x="3608" y="5394"/>
                    <a:pt x="3727" y="5215"/>
                  </a:cubicBezTo>
                  <a:lnTo>
                    <a:pt x="3727" y="5204"/>
                  </a:lnTo>
                  <a:cubicBezTo>
                    <a:pt x="3751" y="5156"/>
                    <a:pt x="3787" y="5120"/>
                    <a:pt x="3799" y="5073"/>
                  </a:cubicBezTo>
                  <a:cubicBezTo>
                    <a:pt x="3854" y="4925"/>
                    <a:pt x="3995" y="4835"/>
                    <a:pt x="4145" y="4835"/>
                  </a:cubicBezTo>
                  <a:cubicBezTo>
                    <a:pt x="4188" y="4835"/>
                    <a:pt x="4232" y="4842"/>
                    <a:pt x="4275" y="4858"/>
                  </a:cubicBezTo>
                  <a:cubicBezTo>
                    <a:pt x="4355" y="4889"/>
                    <a:pt x="4438" y="4903"/>
                    <a:pt x="4521" y="4903"/>
                  </a:cubicBezTo>
                  <a:cubicBezTo>
                    <a:pt x="4698" y="4903"/>
                    <a:pt x="4872" y="4837"/>
                    <a:pt x="5001" y="4715"/>
                  </a:cubicBezTo>
                  <a:cubicBezTo>
                    <a:pt x="5079" y="4638"/>
                    <a:pt x="5174" y="4599"/>
                    <a:pt x="5268" y="4599"/>
                  </a:cubicBezTo>
                  <a:close/>
                  <a:moveTo>
                    <a:pt x="298" y="0"/>
                  </a:moveTo>
                  <a:cubicBezTo>
                    <a:pt x="203" y="0"/>
                    <a:pt x="108" y="60"/>
                    <a:pt x="48" y="143"/>
                  </a:cubicBezTo>
                  <a:cubicBezTo>
                    <a:pt x="1" y="239"/>
                    <a:pt x="1" y="358"/>
                    <a:pt x="60" y="429"/>
                  </a:cubicBezTo>
                  <a:lnTo>
                    <a:pt x="3418" y="5096"/>
                  </a:lnTo>
                  <a:cubicBezTo>
                    <a:pt x="3358" y="5144"/>
                    <a:pt x="3275" y="5168"/>
                    <a:pt x="3204" y="5168"/>
                  </a:cubicBezTo>
                  <a:cubicBezTo>
                    <a:pt x="2834" y="5192"/>
                    <a:pt x="2537" y="5513"/>
                    <a:pt x="2549" y="5906"/>
                  </a:cubicBezTo>
                  <a:cubicBezTo>
                    <a:pt x="2549" y="6049"/>
                    <a:pt x="2477" y="6180"/>
                    <a:pt x="2358" y="6239"/>
                  </a:cubicBezTo>
                  <a:cubicBezTo>
                    <a:pt x="2013" y="6418"/>
                    <a:pt x="1882" y="6835"/>
                    <a:pt x="2061" y="7168"/>
                  </a:cubicBezTo>
                  <a:cubicBezTo>
                    <a:pt x="2120" y="7299"/>
                    <a:pt x="2108" y="7454"/>
                    <a:pt x="2013" y="7573"/>
                  </a:cubicBezTo>
                  <a:cubicBezTo>
                    <a:pt x="1775" y="7871"/>
                    <a:pt x="1822" y="8299"/>
                    <a:pt x="2120" y="8537"/>
                  </a:cubicBezTo>
                  <a:cubicBezTo>
                    <a:pt x="2215" y="8621"/>
                    <a:pt x="2275" y="8775"/>
                    <a:pt x="2239" y="8906"/>
                  </a:cubicBezTo>
                  <a:cubicBezTo>
                    <a:pt x="2132" y="9275"/>
                    <a:pt x="2358" y="9656"/>
                    <a:pt x="2727" y="9752"/>
                  </a:cubicBezTo>
                  <a:cubicBezTo>
                    <a:pt x="2858" y="9799"/>
                    <a:pt x="2965" y="9906"/>
                    <a:pt x="3001" y="10049"/>
                  </a:cubicBezTo>
                  <a:cubicBezTo>
                    <a:pt x="3056" y="10399"/>
                    <a:pt x="3361" y="10639"/>
                    <a:pt x="3697" y="10639"/>
                  </a:cubicBezTo>
                  <a:cubicBezTo>
                    <a:pt x="3727" y="10639"/>
                    <a:pt x="3757" y="10637"/>
                    <a:pt x="3787" y="10633"/>
                  </a:cubicBezTo>
                  <a:cubicBezTo>
                    <a:pt x="3799" y="10632"/>
                    <a:pt x="3811" y="10631"/>
                    <a:pt x="3823" y="10631"/>
                  </a:cubicBezTo>
                  <a:cubicBezTo>
                    <a:pt x="3953" y="10631"/>
                    <a:pt x="4079" y="10690"/>
                    <a:pt x="4144" y="10799"/>
                  </a:cubicBezTo>
                  <a:cubicBezTo>
                    <a:pt x="4274" y="10998"/>
                    <a:pt x="4502" y="11109"/>
                    <a:pt x="4731" y="11109"/>
                  </a:cubicBezTo>
                  <a:cubicBezTo>
                    <a:pt x="4858" y="11109"/>
                    <a:pt x="4986" y="11074"/>
                    <a:pt x="5097" y="11002"/>
                  </a:cubicBezTo>
                  <a:cubicBezTo>
                    <a:pt x="5156" y="10966"/>
                    <a:pt x="5228" y="10948"/>
                    <a:pt x="5299" y="10948"/>
                  </a:cubicBezTo>
                  <a:cubicBezTo>
                    <a:pt x="5370" y="10948"/>
                    <a:pt x="5442" y="10966"/>
                    <a:pt x="5501" y="11002"/>
                  </a:cubicBezTo>
                  <a:cubicBezTo>
                    <a:pt x="5621" y="11085"/>
                    <a:pt x="5740" y="11109"/>
                    <a:pt x="5871" y="11109"/>
                  </a:cubicBezTo>
                  <a:cubicBezTo>
                    <a:pt x="6097" y="11109"/>
                    <a:pt x="6311" y="11002"/>
                    <a:pt x="6454" y="10799"/>
                  </a:cubicBezTo>
                  <a:cubicBezTo>
                    <a:pt x="6519" y="10690"/>
                    <a:pt x="6645" y="10631"/>
                    <a:pt x="6775" y="10631"/>
                  </a:cubicBezTo>
                  <a:cubicBezTo>
                    <a:pt x="6787" y="10631"/>
                    <a:pt x="6799" y="10632"/>
                    <a:pt x="6811" y="10633"/>
                  </a:cubicBezTo>
                  <a:cubicBezTo>
                    <a:pt x="6848" y="10639"/>
                    <a:pt x="6884" y="10641"/>
                    <a:pt x="6920" y="10641"/>
                  </a:cubicBezTo>
                  <a:cubicBezTo>
                    <a:pt x="7248" y="10641"/>
                    <a:pt x="7543" y="10403"/>
                    <a:pt x="7597" y="10049"/>
                  </a:cubicBezTo>
                  <a:cubicBezTo>
                    <a:pt x="7621" y="9906"/>
                    <a:pt x="7728" y="9799"/>
                    <a:pt x="7859" y="9752"/>
                  </a:cubicBezTo>
                  <a:cubicBezTo>
                    <a:pt x="8240" y="9656"/>
                    <a:pt x="8442" y="9275"/>
                    <a:pt x="8359" y="8906"/>
                  </a:cubicBezTo>
                  <a:cubicBezTo>
                    <a:pt x="8323" y="8775"/>
                    <a:pt x="8371" y="8621"/>
                    <a:pt x="8478" y="8537"/>
                  </a:cubicBezTo>
                  <a:cubicBezTo>
                    <a:pt x="8776" y="8299"/>
                    <a:pt x="8811" y="7871"/>
                    <a:pt x="8573" y="7573"/>
                  </a:cubicBezTo>
                  <a:cubicBezTo>
                    <a:pt x="8490" y="7454"/>
                    <a:pt x="8478" y="7299"/>
                    <a:pt x="8538" y="7168"/>
                  </a:cubicBezTo>
                  <a:cubicBezTo>
                    <a:pt x="8692" y="6823"/>
                    <a:pt x="8561" y="6406"/>
                    <a:pt x="8240" y="6239"/>
                  </a:cubicBezTo>
                  <a:cubicBezTo>
                    <a:pt x="8097" y="6180"/>
                    <a:pt x="8026" y="6037"/>
                    <a:pt x="8037" y="5906"/>
                  </a:cubicBezTo>
                  <a:cubicBezTo>
                    <a:pt x="8061" y="5525"/>
                    <a:pt x="7776" y="5204"/>
                    <a:pt x="7383" y="5168"/>
                  </a:cubicBezTo>
                  <a:cubicBezTo>
                    <a:pt x="7311" y="5168"/>
                    <a:pt x="7240" y="5144"/>
                    <a:pt x="7180" y="5096"/>
                  </a:cubicBezTo>
                  <a:lnTo>
                    <a:pt x="10526" y="429"/>
                  </a:lnTo>
                  <a:cubicBezTo>
                    <a:pt x="10585" y="358"/>
                    <a:pt x="10597" y="251"/>
                    <a:pt x="10538" y="143"/>
                  </a:cubicBezTo>
                  <a:cubicBezTo>
                    <a:pt x="10490" y="60"/>
                    <a:pt x="10395" y="0"/>
                    <a:pt x="10288" y="0"/>
                  </a:cubicBezTo>
                  <a:lnTo>
                    <a:pt x="7478" y="0"/>
                  </a:lnTo>
                  <a:cubicBezTo>
                    <a:pt x="7383" y="0"/>
                    <a:pt x="7299" y="36"/>
                    <a:pt x="7252" y="120"/>
                  </a:cubicBezTo>
                  <a:lnTo>
                    <a:pt x="5287" y="2858"/>
                  </a:lnTo>
                  <a:lnTo>
                    <a:pt x="3335" y="120"/>
                  </a:lnTo>
                  <a:cubicBezTo>
                    <a:pt x="3299" y="36"/>
                    <a:pt x="3204" y="0"/>
                    <a:pt x="3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4"/>
            <p:cNvSpPr/>
            <p:nvPr/>
          </p:nvSpPr>
          <p:spPr>
            <a:xfrm>
              <a:off x="938458" y="2136979"/>
              <a:ext cx="166789" cy="76742"/>
            </a:xfrm>
            <a:custGeom>
              <a:rect b="b" l="l" r="r" t="t"/>
              <a:pathLst>
                <a:path extrusionOk="0" h="2411" w="5240">
                  <a:moveTo>
                    <a:pt x="2620" y="1"/>
                  </a:moveTo>
                  <a:cubicBezTo>
                    <a:pt x="2001" y="1"/>
                    <a:pt x="1370" y="227"/>
                    <a:pt x="894" y="643"/>
                  </a:cubicBezTo>
                  <a:cubicBezTo>
                    <a:pt x="417" y="1036"/>
                    <a:pt x="108" y="1608"/>
                    <a:pt x="13" y="2227"/>
                  </a:cubicBezTo>
                  <a:cubicBezTo>
                    <a:pt x="1" y="2322"/>
                    <a:pt x="60" y="2406"/>
                    <a:pt x="156" y="2406"/>
                  </a:cubicBezTo>
                  <a:lnTo>
                    <a:pt x="179" y="2406"/>
                  </a:lnTo>
                  <a:cubicBezTo>
                    <a:pt x="251" y="2406"/>
                    <a:pt x="334" y="2346"/>
                    <a:pt x="346" y="2275"/>
                  </a:cubicBezTo>
                  <a:cubicBezTo>
                    <a:pt x="429" y="1739"/>
                    <a:pt x="703" y="1251"/>
                    <a:pt x="1120" y="894"/>
                  </a:cubicBezTo>
                  <a:cubicBezTo>
                    <a:pt x="1537" y="536"/>
                    <a:pt x="2072" y="322"/>
                    <a:pt x="2620" y="322"/>
                  </a:cubicBezTo>
                  <a:cubicBezTo>
                    <a:pt x="3168" y="322"/>
                    <a:pt x="3704" y="524"/>
                    <a:pt x="4120" y="894"/>
                  </a:cubicBezTo>
                  <a:cubicBezTo>
                    <a:pt x="4537" y="1251"/>
                    <a:pt x="4811" y="1739"/>
                    <a:pt x="4894" y="2275"/>
                  </a:cubicBezTo>
                  <a:cubicBezTo>
                    <a:pt x="4904" y="2356"/>
                    <a:pt x="4975" y="2411"/>
                    <a:pt x="5040" y="2411"/>
                  </a:cubicBezTo>
                  <a:cubicBezTo>
                    <a:pt x="5051" y="2411"/>
                    <a:pt x="5062" y="2409"/>
                    <a:pt x="5073" y="2406"/>
                  </a:cubicBezTo>
                  <a:cubicBezTo>
                    <a:pt x="5180" y="2394"/>
                    <a:pt x="5240" y="2322"/>
                    <a:pt x="5228" y="2227"/>
                  </a:cubicBezTo>
                  <a:cubicBezTo>
                    <a:pt x="5132" y="1620"/>
                    <a:pt x="4823" y="1060"/>
                    <a:pt x="4347" y="643"/>
                  </a:cubicBezTo>
                  <a:cubicBezTo>
                    <a:pt x="3870" y="227"/>
                    <a:pt x="3263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4"/>
            <p:cNvSpPr/>
            <p:nvPr/>
          </p:nvSpPr>
          <p:spPr>
            <a:xfrm>
              <a:off x="938840" y="2227377"/>
              <a:ext cx="166407" cy="76774"/>
            </a:xfrm>
            <a:custGeom>
              <a:rect b="b" l="l" r="r" t="t"/>
              <a:pathLst>
                <a:path extrusionOk="0" h="2412" w="5228">
                  <a:moveTo>
                    <a:pt x="193" y="1"/>
                  </a:moveTo>
                  <a:cubicBezTo>
                    <a:pt x="181" y="1"/>
                    <a:pt x="168" y="3"/>
                    <a:pt x="155" y="6"/>
                  </a:cubicBezTo>
                  <a:cubicBezTo>
                    <a:pt x="60" y="18"/>
                    <a:pt x="1" y="101"/>
                    <a:pt x="24" y="197"/>
                  </a:cubicBezTo>
                  <a:cubicBezTo>
                    <a:pt x="108" y="804"/>
                    <a:pt x="417" y="1375"/>
                    <a:pt x="894" y="1768"/>
                  </a:cubicBezTo>
                  <a:cubicBezTo>
                    <a:pt x="1370" y="2185"/>
                    <a:pt x="1989" y="2411"/>
                    <a:pt x="2608" y="2411"/>
                  </a:cubicBezTo>
                  <a:cubicBezTo>
                    <a:pt x="3239" y="2411"/>
                    <a:pt x="3858" y="2185"/>
                    <a:pt x="4335" y="1768"/>
                  </a:cubicBezTo>
                  <a:cubicBezTo>
                    <a:pt x="4811" y="1375"/>
                    <a:pt x="5120" y="804"/>
                    <a:pt x="5216" y="185"/>
                  </a:cubicBezTo>
                  <a:cubicBezTo>
                    <a:pt x="5228" y="101"/>
                    <a:pt x="5168" y="18"/>
                    <a:pt x="5085" y="6"/>
                  </a:cubicBezTo>
                  <a:cubicBezTo>
                    <a:pt x="5070" y="3"/>
                    <a:pt x="5056" y="1"/>
                    <a:pt x="5043" y="1"/>
                  </a:cubicBezTo>
                  <a:cubicBezTo>
                    <a:pt x="4966" y="1"/>
                    <a:pt x="4906" y="56"/>
                    <a:pt x="4906" y="137"/>
                  </a:cubicBezTo>
                  <a:cubicBezTo>
                    <a:pt x="4811" y="673"/>
                    <a:pt x="4549" y="1161"/>
                    <a:pt x="4132" y="1518"/>
                  </a:cubicBezTo>
                  <a:cubicBezTo>
                    <a:pt x="3715" y="1875"/>
                    <a:pt x="3180" y="2090"/>
                    <a:pt x="2620" y="2090"/>
                  </a:cubicBezTo>
                  <a:cubicBezTo>
                    <a:pt x="2072" y="2090"/>
                    <a:pt x="1537" y="1887"/>
                    <a:pt x="1120" y="1518"/>
                  </a:cubicBezTo>
                  <a:cubicBezTo>
                    <a:pt x="703" y="1161"/>
                    <a:pt x="441" y="673"/>
                    <a:pt x="346" y="137"/>
                  </a:cubicBezTo>
                  <a:cubicBezTo>
                    <a:pt x="336" y="56"/>
                    <a:pt x="265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4"/>
            <p:cNvSpPr/>
            <p:nvPr/>
          </p:nvSpPr>
          <p:spPr>
            <a:xfrm>
              <a:off x="1007052" y="2185106"/>
              <a:ext cx="19003" cy="70153"/>
            </a:xfrm>
            <a:custGeom>
              <a:rect b="b" l="l" r="r" t="t"/>
              <a:pathLst>
                <a:path extrusionOk="0" h="2204" w="597">
                  <a:moveTo>
                    <a:pt x="453" y="1"/>
                  </a:moveTo>
                  <a:cubicBezTo>
                    <a:pt x="418" y="1"/>
                    <a:pt x="394" y="24"/>
                    <a:pt x="382" y="36"/>
                  </a:cubicBezTo>
                  <a:lnTo>
                    <a:pt x="60" y="334"/>
                  </a:lnTo>
                  <a:cubicBezTo>
                    <a:pt x="25" y="358"/>
                    <a:pt x="1" y="405"/>
                    <a:pt x="1" y="453"/>
                  </a:cubicBezTo>
                  <a:cubicBezTo>
                    <a:pt x="1" y="513"/>
                    <a:pt x="48" y="584"/>
                    <a:pt x="108" y="584"/>
                  </a:cubicBezTo>
                  <a:cubicBezTo>
                    <a:pt x="120" y="584"/>
                    <a:pt x="156" y="572"/>
                    <a:pt x="167" y="560"/>
                  </a:cubicBezTo>
                  <a:lnTo>
                    <a:pt x="275" y="417"/>
                  </a:lnTo>
                  <a:lnTo>
                    <a:pt x="275" y="2108"/>
                  </a:lnTo>
                  <a:cubicBezTo>
                    <a:pt x="275" y="2179"/>
                    <a:pt x="346" y="2203"/>
                    <a:pt x="441" y="2203"/>
                  </a:cubicBezTo>
                  <a:cubicBezTo>
                    <a:pt x="513" y="2203"/>
                    <a:pt x="596" y="2179"/>
                    <a:pt x="596" y="2108"/>
                  </a:cubicBezTo>
                  <a:lnTo>
                    <a:pt x="596" y="96"/>
                  </a:lnTo>
                  <a:cubicBezTo>
                    <a:pt x="584" y="48"/>
                    <a:pt x="513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63" name="Google Shape;463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2150" y="4238450"/>
            <a:ext cx="868475" cy="2361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54"/>
          <p:cNvGrpSpPr/>
          <p:nvPr/>
        </p:nvGrpSpPr>
        <p:grpSpPr>
          <a:xfrm>
            <a:off x="1390733" y="4162250"/>
            <a:ext cx="3968242" cy="406450"/>
            <a:chOff x="946708" y="4255900"/>
            <a:chExt cx="3968242" cy="406450"/>
          </a:xfrm>
        </p:grpSpPr>
        <p:grpSp>
          <p:nvGrpSpPr>
            <p:cNvPr id="465" name="Google Shape;465;p54"/>
            <p:cNvGrpSpPr/>
            <p:nvPr/>
          </p:nvGrpSpPr>
          <p:grpSpPr>
            <a:xfrm>
              <a:off x="946708" y="4255900"/>
              <a:ext cx="337334" cy="353599"/>
              <a:chOff x="853568" y="1975538"/>
              <a:chExt cx="337334" cy="353599"/>
            </a:xfrm>
          </p:grpSpPr>
          <p:sp>
            <p:nvSpPr>
              <p:cNvPr id="466" name="Google Shape;466;p54"/>
              <p:cNvSpPr/>
              <p:nvPr/>
            </p:nvSpPr>
            <p:spPr>
              <a:xfrm>
                <a:off x="853568" y="1975538"/>
                <a:ext cx="337334" cy="353599"/>
              </a:xfrm>
              <a:custGeom>
                <a:rect b="b" l="l" r="r" t="t"/>
                <a:pathLst>
                  <a:path extrusionOk="0" h="11109" w="10598">
                    <a:moveTo>
                      <a:pt x="8180" y="322"/>
                    </a:moveTo>
                    <a:lnTo>
                      <a:pt x="5823" y="3596"/>
                    </a:lnTo>
                    <a:lnTo>
                      <a:pt x="5501" y="3132"/>
                    </a:lnTo>
                    <a:lnTo>
                      <a:pt x="7502" y="322"/>
                    </a:lnTo>
                    <a:close/>
                    <a:moveTo>
                      <a:pt x="9252" y="322"/>
                    </a:moveTo>
                    <a:lnTo>
                      <a:pt x="6371" y="4346"/>
                    </a:lnTo>
                    <a:lnTo>
                      <a:pt x="6049" y="3882"/>
                    </a:lnTo>
                    <a:lnTo>
                      <a:pt x="8597" y="322"/>
                    </a:lnTo>
                    <a:close/>
                    <a:moveTo>
                      <a:pt x="2072" y="322"/>
                    </a:moveTo>
                    <a:lnTo>
                      <a:pt x="4966" y="4358"/>
                    </a:lnTo>
                    <a:cubicBezTo>
                      <a:pt x="4906" y="4382"/>
                      <a:pt x="4859" y="4430"/>
                      <a:pt x="4811" y="4477"/>
                    </a:cubicBezTo>
                    <a:cubicBezTo>
                      <a:pt x="4750" y="4538"/>
                      <a:pt x="4652" y="4579"/>
                      <a:pt x="4557" y="4579"/>
                    </a:cubicBezTo>
                    <a:cubicBezTo>
                      <a:pt x="4521" y="4579"/>
                      <a:pt x="4486" y="4574"/>
                      <a:pt x="4454" y="4561"/>
                    </a:cubicBezTo>
                    <a:lnTo>
                      <a:pt x="1418" y="322"/>
                    </a:lnTo>
                    <a:close/>
                    <a:moveTo>
                      <a:pt x="3084" y="322"/>
                    </a:moveTo>
                    <a:lnTo>
                      <a:pt x="6121" y="4584"/>
                    </a:lnTo>
                    <a:cubicBezTo>
                      <a:pt x="6100" y="4589"/>
                      <a:pt x="6079" y="4591"/>
                      <a:pt x="6057" y="4591"/>
                    </a:cubicBezTo>
                    <a:cubicBezTo>
                      <a:pt x="5957" y="4591"/>
                      <a:pt x="5854" y="4546"/>
                      <a:pt x="5775" y="4477"/>
                    </a:cubicBezTo>
                    <a:cubicBezTo>
                      <a:pt x="5644" y="4346"/>
                      <a:pt x="5466" y="4287"/>
                      <a:pt x="5287" y="4287"/>
                    </a:cubicBezTo>
                    <a:lnTo>
                      <a:pt x="2453" y="334"/>
                    </a:lnTo>
                    <a:lnTo>
                      <a:pt x="3084" y="334"/>
                    </a:lnTo>
                    <a:lnTo>
                      <a:pt x="3084" y="322"/>
                    </a:lnTo>
                    <a:close/>
                    <a:moveTo>
                      <a:pt x="1013" y="322"/>
                    </a:moveTo>
                    <a:lnTo>
                      <a:pt x="4025" y="4537"/>
                    </a:lnTo>
                    <a:cubicBezTo>
                      <a:pt x="3858" y="4584"/>
                      <a:pt x="3716" y="4668"/>
                      <a:pt x="3608" y="4823"/>
                    </a:cubicBezTo>
                    <a:lnTo>
                      <a:pt x="394" y="322"/>
                    </a:lnTo>
                    <a:close/>
                    <a:moveTo>
                      <a:pt x="10216" y="322"/>
                    </a:moveTo>
                    <a:lnTo>
                      <a:pt x="7002" y="4823"/>
                    </a:lnTo>
                    <a:cubicBezTo>
                      <a:pt x="6906" y="4680"/>
                      <a:pt x="6775" y="4596"/>
                      <a:pt x="6633" y="4549"/>
                    </a:cubicBezTo>
                    <a:lnTo>
                      <a:pt x="9645" y="322"/>
                    </a:lnTo>
                    <a:close/>
                    <a:moveTo>
                      <a:pt x="5268" y="4599"/>
                    </a:moveTo>
                    <a:cubicBezTo>
                      <a:pt x="5362" y="4599"/>
                      <a:pt x="5454" y="4638"/>
                      <a:pt x="5525" y="4715"/>
                    </a:cubicBezTo>
                    <a:cubicBezTo>
                      <a:pt x="5652" y="4842"/>
                      <a:pt x="5822" y="4911"/>
                      <a:pt x="5994" y="4911"/>
                    </a:cubicBezTo>
                    <a:cubicBezTo>
                      <a:pt x="6081" y="4911"/>
                      <a:pt x="6168" y="4894"/>
                      <a:pt x="6252" y="4858"/>
                    </a:cubicBezTo>
                    <a:cubicBezTo>
                      <a:pt x="6295" y="4843"/>
                      <a:pt x="6338" y="4836"/>
                      <a:pt x="6380" y="4836"/>
                    </a:cubicBezTo>
                    <a:cubicBezTo>
                      <a:pt x="6534" y="4836"/>
                      <a:pt x="6672" y="4932"/>
                      <a:pt x="6728" y="5073"/>
                    </a:cubicBezTo>
                    <a:cubicBezTo>
                      <a:pt x="6728" y="5084"/>
                      <a:pt x="6752" y="5096"/>
                      <a:pt x="6752" y="5120"/>
                    </a:cubicBezTo>
                    <a:cubicBezTo>
                      <a:pt x="6823" y="5311"/>
                      <a:pt x="6954" y="5382"/>
                      <a:pt x="6954" y="5382"/>
                    </a:cubicBezTo>
                    <a:cubicBezTo>
                      <a:pt x="7109" y="5454"/>
                      <a:pt x="7240" y="5513"/>
                      <a:pt x="7371" y="5513"/>
                    </a:cubicBezTo>
                    <a:cubicBezTo>
                      <a:pt x="7561" y="5537"/>
                      <a:pt x="7728" y="5692"/>
                      <a:pt x="7716" y="5906"/>
                    </a:cubicBezTo>
                    <a:cubicBezTo>
                      <a:pt x="7704" y="6168"/>
                      <a:pt x="7847" y="6430"/>
                      <a:pt x="8085" y="6561"/>
                    </a:cubicBezTo>
                    <a:cubicBezTo>
                      <a:pt x="8264" y="6644"/>
                      <a:pt x="8335" y="6870"/>
                      <a:pt x="8252" y="7049"/>
                    </a:cubicBezTo>
                    <a:cubicBezTo>
                      <a:pt x="8133" y="7287"/>
                      <a:pt x="8157" y="7585"/>
                      <a:pt x="8323" y="7799"/>
                    </a:cubicBezTo>
                    <a:cubicBezTo>
                      <a:pt x="8442" y="7954"/>
                      <a:pt x="8430" y="8180"/>
                      <a:pt x="8264" y="8311"/>
                    </a:cubicBezTo>
                    <a:cubicBezTo>
                      <a:pt x="8061" y="8490"/>
                      <a:pt x="7966" y="8763"/>
                      <a:pt x="8026" y="9025"/>
                    </a:cubicBezTo>
                    <a:cubicBezTo>
                      <a:pt x="8073" y="9228"/>
                      <a:pt x="7966" y="9430"/>
                      <a:pt x="7776" y="9478"/>
                    </a:cubicBezTo>
                    <a:cubicBezTo>
                      <a:pt x="7502" y="9549"/>
                      <a:pt x="7311" y="9775"/>
                      <a:pt x="7264" y="10026"/>
                    </a:cubicBezTo>
                    <a:cubicBezTo>
                      <a:pt x="7242" y="10196"/>
                      <a:pt x="7087" y="10329"/>
                      <a:pt x="6909" y="10329"/>
                    </a:cubicBezTo>
                    <a:cubicBezTo>
                      <a:pt x="6889" y="10329"/>
                      <a:pt x="6868" y="10327"/>
                      <a:pt x="6847" y="10323"/>
                    </a:cubicBezTo>
                    <a:cubicBezTo>
                      <a:pt x="6809" y="10316"/>
                      <a:pt x="6770" y="10313"/>
                      <a:pt x="6732" y="10313"/>
                    </a:cubicBezTo>
                    <a:cubicBezTo>
                      <a:pt x="6508" y="10313"/>
                      <a:pt x="6290" y="10429"/>
                      <a:pt x="6168" y="10633"/>
                    </a:cubicBezTo>
                    <a:cubicBezTo>
                      <a:pt x="6100" y="10740"/>
                      <a:pt x="5977" y="10802"/>
                      <a:pt x="5854" y="10802"/>
                    </a:cubicBezTo>
                    <a:cubicBezTo>
                      <a:pt x="5785" y="10802"/>
                      <a:pt x="5716" y="10783"/>
                      <a:pt x="5656" y="10740"/>
                    </a:cubicBezTo>
                    <a:cubicBezTo>
                      <a:pt x="5537" y="10668"/>
                      <a:pt x="5418" y="10633"/>
                      <a:pt x="5287" y="10633"/>
                    </a:cubicBezTo>
                    <a:cubicBezTo>
                      <a:pt x="5156" y="10633"/>
                      <a:pt x="5025" y="10668"/>
                      <a:pt x="4918" y="10740"/>
                    </a:cubicBezTo>
                    <a:cubicBezTo>
                      <a:pt x="4858" y="10779"/>
                      <a:pt x="4788" y="10797"/>
                      <a:pt x="4719" y="10797"/>
                    </a:cubicBezTo>
                    <a:cubicBezTo>
                      <a:pt x="4596" y="10797"/>
                      <a:pt x="4475" y="10739"/>
                      <a:pt x="4406" y="10633"/>
                    </a:cubicBezTo>
                    <a:cubicBezTo>
                      <a:pt x="4275" y="10437"/>
                      <a:pt x="4035" y="10320"/>
                      <a:pt x="3794" y="10320"/>
                    </a:cubicBezTo>
                    <a:cubicBezTo>
                      <a:pt x="3772" y="10320"/>
                      <a:pt x="3750" y="10321"/>
                      <a:pt x="3727" y="10323"/>
                    </a:cubicBezTo>
                    <a:cubicBezTo>
                      <a:pt x="3708" y="10327"/>
                      <a:pt x="3688" y="10329"/>
                      <a:pt x="3668" y="10329"/>
                    </a:cubicBezTo>
                    <a:cubicBezTo>
                      <a:pt x="3497" y="10329"/>
                      <a:pt x="3332" y="10196"/>
                      <a:pt x="3311" y="10026"/>
                    </a:cubicBezTo>
                    <a:cubicBezTo>
                      <a:pt x="3263" y="9764"/>
                      <a:pt x="3073" y="9537"/>
                      <a:pt x="2799" y="9478"/>
                    </a:cubicBezTo>
                    <a:cubicBezTo>
                      <a:pt x="2608" y="9418"/>
                      <a:pt x="2489" y="9228"/>
                      <a:pt x="2549" y="9025"/>
                    </a:cubicBezTo>
                    <a:cubicBezTo>
                      <a:pt x="2620" y="8763"/>
                      <a:pt x="2537" y="8490"/>
                      <a:pt x="2311" y="8311"/>
                    </a:cubicBezTo>
                    <a:cubicBezTo>
                      <a:pt x="2168" y="8180"/>
                      <a:pt x="2132" y="7954"/>
                      <a:pt x="2251" y="7799"/>
                    </a:cubicBezTo>
                    <a:cubicBezTo>
                      <a:pt x="2418" y="7585"/>
                      <a:pt x="2442" y="7287"/>
                      <a:pt x="2322" y="7049"/>
                    </a:cubicBezTo>
                    <a:cubicBezTo>
                      <a:pt x="2239" y="6870"/>
                      <a:pt x="2311" y="6644"/>
                      <a:pt x="2489" y="6561"/>
                    </a:cubicBezTo>
                    <a:cubicBezTo>
                      <a:pt x="2727" y="6442"/>
                      <a:pt x="2882" y="6192"/>
                      <a:pt x="2858" y="5906"/>
                    </a:cubicBezTo>
                    <a:cubicBezTo>
                      <a:pt x="2846" y="5715"/>
                      <a:pt x="3013" y="5537"/>
                      <a:pt x="3204" y="5513"/>
                    </a:cubicBezTo>
                    <a:cubicBezTo>
                      <a:pt x="3418" y="5501"/>
                      <a:pt x="3608" y="5394"/>
                      <a:pt x="3727" y="5215"/>
                    </a:cubicBezTo>
                    <a:lnTo>
                      <a:pt x="3727" y="5204"/>
                    </a:lnTo>
                    <a:cubicBezTo>
                      <a:pt x="3751" y="5156"/>
                      <a:pt x="3787" y="5120"/>
                      <a:pt x="3799" y="5073"/>
                    </a:cubicBezTo>
                    <a:cubicBezTo>
                      <a:pt x="3854" y="4925"/>
                      <a:pt x="3995" y="4835"/>
                      <a:pt x="4145" y="4835"/>
                    </a:cubicBezTo>
                    <a:cubicBezTo>
                      <a:pt x="4188" y="4835"/>
                      <a:pt x="4232" y="4842"/>
                      <a:pt x="4275" y="4858"/>
                    </a:cubicBezTo>
                    <a:cubicBezTo>
                      <a:pt x="4355" y="4889"/>
                      <a:pt x="4438" y="4903"/>
                      <a:pt x="4521" y="4903"/>
                    </a:cubicBezTo>
                    <a:cubicBezTo>
                      <a:pt x="4698" y="4903"/>
                      <a:pt x="4872" y="4837"/>
                      <a:pt x="5001" y="4715"/>
                    </a:cubicBezTo>
                    <a:cubicBezTo>
                      <a:pt x="5079" y="4638"/>
                      <a:pt x="5174" y="4599"/>
                      <a:pt x="5268" y="4599"/>
                    </a:cubicBezTo>
                    <a:close/>
                    <a:moveTo>
                      <a:pt x="298" y="0"/>
                    </a:moveTo>
                    <a:cubicBezTo>
                      <a:pt x="203" y="0"/>
                      <a:pt x="108" y="60"/>
                      <a:pt x="48" y="143"/>
                    </a:cubicBezTo>
                    <a:cubicBezTo>
                      <a:pt x="1" y="239"/>
                      <a:pt x="1" y="358"/>
                      <a:pt x="60" y="429"/>
                    </a:cubicBezTo>
                    <a:lnTo>
                      <a:pt x="3418" y="5096"/>
                    </a:lnTo>
                    <a:cubicBezTo>
                      <a:pt x="3358" y="5144"/>
                      <a:pt x="3275" y="5168"/>
                      <a:pt x="3204" y="5168"/>
                    </a:cubicBezTo>
                    <a:cubicBezTo>
                      <a:pt x="2834" y="5192"/>
                      <a:pt x="2537" y="5513"/>
                      <a:pt x="2549" y="5906"/>
                    </a:cubicBezTo>
                    <a:cubicBezTo>
                      <a:pt x="2549" y="6049"/>
                      <a:pt x="2477" y="6180"/>
                      <a:pt x="2358" y="6239"/>
                    </a:cubicBezTo>
                    <a:cubicBezTo>
                      <a:pt x="2013" y="6418"/>
                      <a:pt x="1882" y="6835"/>
                      <a:pt x="2061" y="7168"/>
                    </a:cubicBezTo>
                    <a:cubicBezTo>
                      <a:pt x="2120" y="7299"/>
                      <a:pt x="2108" y="7454"/>
                      <a:pt x="2013" y="7573"/>
                    </a:cubicBezTo>
                    <a:cubicBezTo>
                      <a:pt x="1775" y="7871"/>
                      <a:pt x="1822" y="8299"/>
                      <a:pt x="2120" y="8537"/>
                    </a:cubicBezTo>
                    <a:cubicBezTo>
                      <a:pt x="2215" y="8621"/>
                      <a:pt x="2275" y="8775"/>
                      <a:pt x="2239" y="8906"/>
                    </a:cubicBezTo>
                    <a:cubicBezTo>
                      <a:pt x="2132" y="9275"/>
                      <a:pt x="2358" y="9656"/>
                      <a:pt x="2727" y="9752"/>
                    </a:cubicBezTo>
                    <a:cubicBezTo>
                      <a:pt x="2858" y="9799"/>
                      <a:pt x="2965" y="9906"/>
                      <a:pt x="3001" y="10049"/>
                    </a:cubicBezTo>
                    <a:cubicBezTo>
                      <a:pt x="3056" y="10399"/>
                      <a:pt x="3361" y="10639"/>
                      <a:pt x="3697" y="10639"/>
                    </a:cubicBezTo>
                    <a:cubicBezTo>
                      <a:pt x="3727" y="10639"/>
                      <a:pt x="3757" y="10637"/>
                      <a:pt x="3787" y="10633"/>
                    </a:cubicBezTo>
                    <a:cubicBezTo>
                      <a:pt x="3799" y="10632"/>
                      <a:pt x="3811" y="10631"/>
                      <a:pt x="3823" y="10631"/>
                    </a:cubicBezTo>
                    <a:cubicBezTo>
                      <a:pt x="3953" y="10631"/>
                      <a:pt x="4079" y="10690"/>
                      <a:pt x="4144" y="10799"/>
                    </a:cubicBezTo>
                    <a:cubicBezTo>
                      <a:pt x="4274" y="10998"/>
                      <a:pt x="4502" y="11109"/>
                      <a:pt x="4731" y="11109"/>
                    </a:cubicBezTo>
                    <a:cubicBezTo>
                      <a:pt x="4858" y="11109"/>
                      <a:pt x="4986" y="11074"/>
                      <a:pt x="5097" y="11002"/>
                    </a:cubicBezTo>
                    <a:cubicBezTo>
                      <a:pt x="5156" y="10966"/>
                      <a:pt x="5228" y="10948"/>
                      <a:pt x="5299" y="10948"/>
                    </a:cubicBezTo>
                    <a:cubicBezTo>
                      <a:pt x="5370" y="10948"/>
                      <a:pt x="5442" y="10966"/>
                      <a:pt x="5501" y="11002"/>
                    </a:cubicBezTo>
                    <a:cubicBezTo>
                      <a:pt x="5621" y="11085"/>
                      <a:pt x="5740" y="11109"/>
                      <a:pt x="5871" y="11109"/>
                    </a:cubicBezTo>
                    <a:cubicBezTo>
                      <a:pt x="6097" y="11109"/>
                      <a:pt x="6311" y="11002"/>
                      <a:pt x="6454" y="10799"/>
                    </a:cubicBezTo>
                    <a:cubicBezTo>
                      <a:pt x="6519" y="10690"/>
                      <a:pt x="6645" y="10631"/>
                      <a:pt x="6775" y="10631"/>
                    </a:cubicBezTo>
                    <a:cubicBezTo>
                      <a:pt x="6787" y="10631"/>
                      <a:pt x="6799" y="10632"/>
                      <a:pt x="6811" y="10633"/>
                    </a:cubicBezTo>
                    <a:cubicBezTo>
                      <a:pt x="6848" y="10639"/>
                      <a:pt x="6884" y="10641"/>
                      <a:pt x="6920" y="10641"/>
                    </a:cubicBezTo>
                    <a:cubicBezTo>
                      <a:pt x="7248" y="10641"/>
                      <a:pt x="7543" y="10403"/>
                      <a:pt x="7597" y="10049"/>
                    </a:cubicBezTo>
                    <a:cubicBezTo>
                      <a:pt x="7621" y="9906"/>
                      <a:pt x="7728" y="9799"/>
                      <a:pt x="7859" y="9752"/>
                    </a:cubicBezTo>
                    <a:cubicBezTo>
                      <a:pt x="8240" y="9656"/>
                      <a:pt x="8442" y="9275"/>
                      <a:pt x="8359" y="8906"/>
                    </a:cubicBezTo>
                    <a:cubicBezTo>
                      <a:pt x="8323" y="8775"/>
                      <a:pt x="8371" y="8621"/>
                      <a:pt x="8478" y="8537"/>
                    </a:cubicBezTo>
                    <a:cubicBezTo>
                      <a:pt x="8776" y="8299"/>
                      <a:pt x="8811" y="7871"/>
                      <a:pt x="8573" y="7573"/>
                    </a:cubicBezTo>
                    <a:cubicBezTo>
                      <a:pt x="8490" y="7454"/>
                      <a:pt x="8478" y="7299"/>
                      <a:pt x="8538" y="7168"/>
                    </a:cubicBezTo>
                    <a:cubicBezTo>
                      <a:pt x="8692" y="6823"/>
                      <a:pt x="8561" y="6406"/>
                      <a:pt x="8240" y="6239"/>
                    </a:cubicBezTo>
                    <a:cubicBezTo>
                      <a:pt x="8097" y="6180"/>
                      <a:pt x="8026" y="6037"/>
                      <a:pt x="8037" y="5906"/>
                    </a:cubicBezTo>
                    <a:cubicBezTo>
                      <a:pt x="8061" y="5525"/>
                      <a:pt x="7776" y="5204"/>
                      <a:pt x="7383" y="5168"/>
                    </a:cubicBezTo>
                    <a:cubicBezTo>
                      <a:pt x="7311" y="5168"/>
                      <a:pt x="7240" y="5144"/>
                      <a:pt x="7180" y="5096"/>
                    </a:cubicBezTo>
                    <a:lnTo>
                      <a:pt x="10526" y="429"/>
                    </a:lnTo>
                    <a:cubicBezTo>
                      <a:pt x="10585" y="358"/>
                      <a:pt x="10597" y="251"/>
                      <a:pt x="10538" y="143"/>
                    </a:cubicBezTo>
                    <a:cubicBezTo>
                      <a:pt x="10490" y="60"/>
                      <a:pt x="10395" y="0"/>
                      <a:pt x="10288" y="0"/>
                    </a:cubicBezTo>
                    <a:lnTo>
                      <a:pt x="7478" y="0"/>
                    </a:lnTo>
                    <a:cubicBezTo>
                      <a:pt x="7383" y="0"/>
                      <a:pt x="7299" y="36"/>
                      <a:pt x="7252" y="120"/>
                    </a:cubicBezTo>
                    <a:lnTo>
                      <a:pt x="5287" y="2858"/>
                    </a:lnTo>
                    <a:lnTo>
                      <a:pt x="3335" y="120"/>
                    </a:lnTo>
                    <a:cubicBezTo>
                      <a:pt x="3299" y="36"/>
                      <a:pt x="3204" y="0"/>
                      <a:pt x="3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54"/>
              <p:cNvSpPr/>
              <p:nvPr/>
            </p:nvSpPr>
            <p:spPr>
              <a:xfrm>
                <a:off x="938458" y="2136979"/>
                <a:ext cx="166789" cy="76742"/>
              </a:xfrm>
              <a:custGeom>
                <a:rect b="b" l="l" r="r" t="t"/>
                <a:pathLst>
                  <a:path extrusionOk="0" h="2411" w="5240">
                    <a:moveTo>
                      <a:pt x="2620" y="1"/>
                    </a:moveTo>
                    <a:cubicBezTo>
                      <a:pt x="2001" y="1"/>
                      <a:pt x="1370" y="227"/>
                      <a:pt x="894" y="643"/>
                    </a:cubicBezTo>
                    <a:cubicBezTo>
                      <a:pt x="417" y="1036"/>
                      <a:pt x="108" y="1608"/>
                      <a:pt x="13" y="2227"/>
                    </a:cubicBezTo>
                    <a:cubicBezTo>
                      <a:pt x="1" y="2322"/>
                      <a:pt x="60" y="2406"/>
                      <a:pt x="156" y="2406"/>
                    </a:cubicBezTo>
                    <a:lnTo>
                      <a:pt x="179" y="2406"/>
                    </a:lnTo>
                    <a:cubicBezTo>
                      <a:pt x="251" y="2406"/>
                      <a:pt x="334" y="2346"/>
                      <a:pt x="346" y="2275"/>
                    </a:cubicBezTo>
                    <a:cubicBezTo>
                      <a:pt x="429" y="1739"/>
                      <a:pt x="703" y="1251"/>
                      <a:pt x="1120" y="894"/>
                    </a:cubicBezTo>
                    <a:cubicBezTo>
                      <a:pt x="1537" y="536"/>
                      <a:pt x="2072" y="322"/>
                      <a:pt x="2620" y="322"/>
                    </a:cubicBezTo>
                    <a:cubicBezTo>
                      <a:pt x="3168" y="322"/>
                      <a:pt x="3704" y="524"/>
                      <a:pt x="4120" y="894"/>
                    </a:cubicBezTo>
                    <a:cubicBezTo>
                      <a:pt x="4537" y="1251"/>
                      <a:pt x="4811" y="1739"/>
                      <a:pt x="4894" y="2275"/>
                    </a:cubicBezTo>
                    <a:cubicBezTo>
                      <a:pt x="4904" y="2356"/>
                      <a:pt x="4975" y="2411"/>
                      <a:pt x="5040" y="2411"/>
                    </a:cubicBezTo>
                    <a:cubicBezTo>
                      <a:pt x="5051" y="2411"/>
                      <a:pt x="5062" y="2409"/>
                      <a:pt x="5073" y="2406"/>
                    </a:cubicBezTo>
                    <a:cubicBezTo>
                      <a:pt x="5180" y="2394"/>
                      <a:pt x="5240" y="2322"/>
                      <a:pt x="5228" y="2227"/>
                    </a:cubicBezTo>
                    <a:cubicBezTo>
                      <a:pt x="5132" y="1620"/>
                      <a:pt x="4823" y="1060"/>
                      <a:pt x="4347" y="643"/>
                    </a:cubicBezTo>
                    <a:cubicBezTo>
                      <a:pt x="3870" y="227"/>
                      <a:pt x="3263" y="1"/>
                      <a:pt x="2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54"/>
              <p:cNvSpPr/>
              <p:nvPr/>
            </p:nvSpPr>
            <p:spPr>
              <a:xfrm>
                <a:off x="938840" y="2227377"/>
                <a:ext cx="166407" cy="76774"/>
              </a:xfrm>
              <a:custGeom>
                <a:rect b="b" l="l" r="r" t="t"/>
                <a:pathLst>
                  <a:path extrusionOk="0" h="2412" w="5228">
                    <a:moveTo>
                      <a:pt x="193" y="1"/>
                    </a:moveTo>
                    <a:cubicBezTo>
                      <a:pt x="181" y="1"/>
                      <a:pt x="168" y="3"/>
                      <a:pt x="155" y="6"/>
                    </a:cubicBezTo>
                    <a:cubicBezTo>
                      <a:pt x="60" y="18"/>
                      <a:pt x="1" y="101"/>
                      <a:pt x="24" y="197"/>
                    </a:cubicBezTo>
                    <a:cubicBezTo>
                      <a:pt x="108" y="804"/>
                      <a:pt x="417" y="1375"/>
                      <a:pt x="894" y="1768"/>
                    </a:cubicBezTo>
                    <a:cubicBezTo>
                      <a:pt x="1370" y="2185"/>
                      <a:pt x="1989" y="2411"/>
                      <a:pt x="2608" y="2411"/>
                    </a:cubicBezTo>
                    <a:cubicBezTo>
                      <a:pt x="3239" y="2411"/>
                      <a:pt x="3858" y="2185"/>
                      <a:pt x="4335" y="1768"/>
                    </a:cubicBezTo>
                    <a:cubicBezTo>
                      <a:pt x="4811" y="1375"/>
                      <a:pt x="5120" y="804"/>
                      <a:pt x="5216" y="185"/>
                    </a:cubicBezTo>
                    <a:cubicBezTo>
                      <a:pt x="5228" y="101"/>
                      <a:pt x="5168" y="18"/>
                      <a:pt x="5085" y="6"/>
                    </a:cubicBezTo>
                    <a:cubicBezTo>
                      <a:pt x="5070" y="3"/>
                      <a:pt x="5056" y="1"/>
                      <a:pt x="5043" y="1"/>
                    </a:cubicBezTo>
                    <a:cubicBezTo>
                      <a:pt x="4966" y="1"/>
                      <a:pt x="4906" y="56"/>
                      <a:pt x="4906" y="137"/>
                    </a:cubicBezTo>
                    <a:cubicBezTo>
                      <a:pt x="4811" y="673"/>
                      <a:pt x="4549" y="1161"/>
                      <a:pt x="4132" y="1518"/>
                    </a:cubicBezTo>
                    <a:cubicBezTo>
                      <a:pt x="3715" y="1875"/>
                      <a:pt x="3180" y="2090"/>
                      <a:pt x="2620" y="2090"/>
                    </a:cubicBezTo>
                    <a:cubicBezTo>
                      <a:pt x="2072" y="2090"/>
                      <a:pt x="1537" y="1887"/>
                      <a:pt x="1120" y="1518"/>
                    </a:cubicBezTo>
                    <a:cubicBezTo>
                      <a:pt x="703" y="1161"/>
                      <a:pt x="441" y="673"/>
                      <a:pt x="346" y="137"/>
                    </a:cubicBezTo>
                    <a:cubicBezTo>
                      <a:pt x="336" y="56"/>
                      <a:pt x="265" y="1"/>
                      <a:pt x="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9" name="Google Shape;469;p54"/>
            <p:cNvSpPr txBox="1"/>
            <p:nvPr/>
          </p:nvSpPr>
          <p:spPr>
            <a:xfrm>
              <a:off x="993350" y="4354550"/>
              <a:ext cx="3921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2</a:t>
              </a:r>
              <a:endParaRPr sz="8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grpSp>
        <p:nvGrpSpPr>
          <p:cNvPr id="470" name="Google Shape;470;p54"/>
          <p:cNvGrpSpPr/>
          <p:nvPr/>
        </p:nvGrpSpPr>
        <p:grpSpPr>
          <a:xfrm>
            <a:off x="6252133" y="3606000"/>
            <a:ext cx="337334" cy="353599"/>
            <a:chOff x="853568" y="1975538"/>
            <a:chExt cx="337334" cy="353599"/>
          </a:xfrm>
        </p:grpSpPr>
        <p:sp>
          <p:nvSpPr>
            <p:cNvPr id="471" name="Google Shape;471;p54"/>
            <p:cNvSpPr/>
            <p:nvPr/>
          </p:nvSpPr>
          <p:spPr>
            <a:xfrm>
              <a:off x="853568" y="1975538"/>
              <a:ext cx="337334" cy="353599"/>
            </a:xfrm>
            <a:custGeom>
              <a:rect b="b" l="l" r="r" t="t"/>
              <a:pathLst>
                <a:path extrusionOk="0" h="11109" w="10598">
                  <a:moveTo>
                    <a:pt x="8180" y="322"/>
                  </a:moveTo>
                  <a:lnTo>
                    <a:pt x="5823" y="3596"/>
                  </a:lnTo>
                  <a:lnTo>
                    <a:pt x="5501" y="3132"/>
                  </a:lnTo>
                  <a:lnTo>
                    <a:pt x="7502" y="322"/>
                  </a:lnTo>
                  <a:close/>
                  <a:moveTo>
                    <a:pt x="9252" y="322"/>
                  </a:moveTo>
                  <a:lnTo>
                    <a:pt x="6371" y="4346"/>
                  </a:lnTo>
                  <a:lnTo>
                    <a:pt x="6049" y="3882"/>
                  </a:lnTo>
                  <a:lnTo>
                    <a:pt x="8597" y="322"/>
                  </a:lnTo>
                  <a:close/>
                  <a:moveTo>
                    <a:pt x="2072" y="322"/>
                  </a:moveTo>
                  <a:lnTo>
                    <a:pt x="4966" y="4358"/>
                  </a:lnTo>
                  <a:cubicBezTo>
                    <a:pt x="4906" y="4382"/>
                    <a:pt x="4859" y="4430"/>
                    <a:pt x="4811" y="4477"/>
                  </a:cubicBezTo>
                  <a:cubicBezTo>
                    <a:pt x="4750" y="4538"/>
                    <a:pt x="4652" y="4579"/>
                    <a:pt x="4557" y="4579"/>
                  </a:cubicBezTo>
                  <a:cubicBezTo>
                    <a:pt x="4521" y="4579"/>
                    <a:pt x="4486" y="4574"/>
                    <a:pt x="4454" y="4561"/>
                  </a:cubicBezTo>
                  <a:lnTo>
                    <a:pt x="1418" y="322"/>
                  </a:lnTo>
                  <a:close/>
                  <a:moveTo>
                    <a:pt x="3084" y="322"/>
                  </a:moveTo>
                  <a:lnTo>
                    <a:pt x="6121" y="4584"/>
                  </a:lnTo>
                  <a:cubicBezTo>
                    <a:pt x="6100" y="4589"/>
                    <a:pt x="6079" y="4591"/>
                    <a:pt x="6057" y="4591"/>
                  </a:cubicBezTo>
                  <a:cubicBezTo>
                    <a:pt x="5957" y="4591"/>
                    <a:pt x="5854" y="4546"/>
                    <a:pt x="5775" y="4477"/>
                  </a:cubicBezTo>
                  <a:cubicBezTo>
                    <a:pt x="5644" y="4346"/>
                    <a:pt x="5466" y="4287"/>
                    <a:pt x="5287" y="4287"/>
                  </a:cubicBezTo>
                  <a:lnTo>
                    <a:pt x="2453" y="334"/>
                  </a:lnTo>
                  <a:lnTo>
                    <a:pt x="3084" y="334"/>
                  </a:lnTo>
                  <a:lnTo>
                    <a:pt x="3084" y="322"/>
                  </a:lnTo>
                  <a:close/>
                  <a:moveTo>
                    <a:pt x="1013" y="322"/>
                  </a:moveTo>
                  <a:lnTo>
                    <a:pt x="4025" y="4537"/>
                  </a:lnTo>
                  <a:cubicBezTo>
                    <a:pt x="3858" y="4584"/>
                    <a:pt x="3716" y="4668"/>
                    <a:pt x="3608" y="4823"/>
                  </a:cubicBezTo>
                  <a:lnTo>
                    <a:pt x="394" y="322"/>
                  </a:lnTo>
                  <a:close/>
                  <a:moveTo>
                    <a:pt x="10216" y="322"/>
                  </a:moveTo>
                  <a:lnTo>
                    <a:pt x="7002" y="4823"/>
                  </a:lnTo>
                  <a:cubicBezTo>
                    <a:pt x="6906" y="4680"/>
                    <a:pt x="6775" y="4596"/>
                    <a:pt x="6633" y="4549"/>
                  </a:cubicBezTo>
                  <a:lnTo>
                    <a:pt x="9645" y="322"/>
                  </a:lnTo>
                  <a:close/>
                  <a:moveTo>
                    <a:pt x="5268" y="4599"/>
                  </a:moveTo>
                  <a:cubicBezTo>
                    <a:pt x="5362" y="4599"/>
                    <a:pt x="5454" y="4638"/>
                    <a:pt x="5525" y="4715"/>
                  </a:cubicBezTo>
                  <a:cubicBezTo>
                    <a:pt x="5652" y="4842"/>
                    <a:pt x="5822" y="4911"/>
                    <a:pt x="5994" y="4911"/>
                  </a:cubicBezTo>
                  <a:cubicBezTo>
                    <a:pt x="6081" y="4911"/>
                    <a:pt x="6168" y="4894"/>
                    <a:pt x="6252" y="4858"/>
                  </a:cubicBezTo>
                  <a:cubicBezTo>
                    <a:pt x="6295" y="4843"/>
                    <a:pt x="6338" y="4836"/>
                    <a:pt x="6380" y="4836"/>
                  </a:cubicBezTo>
                  <a:cubicBezTo>
                    <a:pt x="6534" y="4836"/>
                    <a:pt x="6672" y="4932"/>
                    <a:pt x="6728" y="5073"/>
                  </a:cubicBezTo>
                  <a:cubicBezTo>
                    <a:pt x="6728" y="5084"/>
                    <a:pt x="6752" y="5096"/>
                    <a:pt x="6752" y="5120"/>
                  </a:cubicBezTo>
                  <a:cubicBezTo>
                    <a:pt x="6823" y="5311"/>
                    <a:pt x="6954" y="5382"/>
                    <a:pt x="6954" y="5382"/>
                  </a:cubicBezTo>
                  <a:cubicBezTo>
                    <a:pt x="7109" y="5454"/>
                    <a:pt x="7240" y="5513"/>
                    <a:pt x="7371" y="5513"/>
                  </a:cubicBezTo>
                  <a:cubicBezTo>
                    <a:pt x="7561" y="5537"/>
                    <a:pt x="7728" y="5692"/>
                    <a:pt x="7716" y="5906"/>
                  </a:cubicBezTo>
                  <a:cubicBezTo>
                    <a:pt x="7704" y="6168"/>
                    <a:pt x="7847" y="6430"/>
                    <a:pt x="8085" y="6561"/>
                  </a:cubicBezTo>
                  <a:cubicBezTo>
                    <a:pt x="8264" y="6644"/>
                    <a:pt x="8335" y="6870"/>
                    <a:pt x="8252" y="7049"/>
                  </a:cubicBezTo>
                  <a:cubicBezTo>
                    <a:pt x="8133" y="7287"/>
                    <a:pt x="8157" y="7585"/>
                    <a:pt x="8323" y="7799"/>
                  </a:cubicBezTo>
                  <a:cubicBezTo>
                    <a:pt x="8442" y="7954"/>
                    <a:pt x="8430" y="8180"/>
                    <a:pt x="8264" y="8311"/>
                  </a:cubicBezTo>
                  <a:cubicBezTo>
                    <a:pt x="8061" y="8490"/>
                    <a:pt x="7966" y="8763"/>
                    <a:pt x="8026" y="9025"/>
                  </a:cubicBezTo>
                  <a:cubicBezTo>
                    <a:pt x="8073" y="9228"/>
                    <a:pt x="7966" y="9430"/>
                    <a:pt x="7776" y="9478"/>
                  </a:cubicBezTo>
                  <a:cubicBezTo>
                    <a:pt x="7502" y="9549"/>
                    <a:pt x="7311" y="9775"/>
                    <a:pt x="7264" y="10026"/>
                  </a:cubicBezTo>
                  <a:cubicBezTo>
                    <a:pt x="7242" y="10196"/>
                    <a:pt x="7087" y="10329"/>
                    <a:pt x="6909" y="10329"/>
                  </a:cubicBezTo>
                  <a:cubicBezTo>
                    <a:pt x="6889" y="10329"/>
                    <a:pt x="6868" y="10327"/>
                    <a:pt x="6847" y="10323"/>
                  </a:cubicBezTo>
                  <a:cubicBezTo>
                    <a:pt x="6809" y="10316"/>
                    <a:pt x="6770" y="10313"/>
                    <a:pt x="6732" y="10313"/>
                  </a:cubicBezTo>
                  <a:cubicBezTo>
                    <a:pt x="6508" y="10313"/>
                    <a:pt x="6290" y="10429"/>
                    <a:pt x="6168" y="10633"/>
                  </a:cubicBezTo>
                  <a:cubicBezTo>
                    <a:pt x="6100" y="10740"/>
                    <a:pt x="5977" y="10802"/>
                    <a:pt x="5854" y="10802"/>
                  </a:cubicBezTo>
                  <a:cubicBezTo>
                    <a:pt x="5785" y="10802"/>
                    <a:pt x="5716" y="10783"/>
                    <a:pt x="5656" y="10740"/>
                  </a:cubicBezTo>
                  <a:cubicBezTo>
                    <a:pt x="5537" y="10668"/>
                    <a:pt x="5418" y="10633"/>
                    <a:pt x="5287" y="10633"/>
                  </a:cubicBezTo>
                  <a:cubicBezTo>
                    <a:pt x="5156" y="10633"/>
                    <a:pt x="5025" y="10668"/>
                    <a:pt x="4918" y="10740"/>
                  </a:cubicBezTo>
                  <a:cubicBezTo>
                    <a:pt x="4858" y="10779"/>
                    <a:pt x="4788" y="10797"/>
                    <a:pt x="4719" y="10797"/>
                  </a:cubicBezTo>
                  <a:cubicBezTo>
                    <a:pt x="4596" y="10797"/>
                    <a:pt x="4475" y="10739"/>
                    <a:pt x="4406" y="10633"/>
                  </a:cubicBezTo>
                  <a:cubicBezTo>
                    <a:pt x="4275" y="10437"/>
                    <a:pt x="4035" y="10320"/>
                    <a:pt x="3794" y="10320"/>
                  </a:cubicBezTo>
                  <a:cubicBezTo>
                    <a:pt x="3772" y="10320"/>
                    <a:pt x="3750" y="10321"/>
                    <a:pt x="3727" y="10323"/>
                  </a:cubicBezTo>
                  <a:cubicBezTo>
                    <a:pt x="3708" y="10327"/>
                    <a:pt x="3688" y="10329"/>
                    <a:pt x="3668" y="10329"/>
                  </a:cubicBezTo>
                  <a:cubicBezTo>
                    <a:pt x="3497" y="10329"/>
                    <a:pt x="3332" y="10196"/>
                    <a:pt x="3311" y="10026"/>
                  </a:cubicBezTo>
                  <a:cubicBezTo>
                    <a:pt x="3263" y="9764"/>
                    <a:pt x="3073" y="9537"/>
                    <a:pt x="2799" y="9478"/>
                  </a:cubicBezTo>
                  <a:cubicBezTo>
                    <a:pt x="2608" y="9418"/>
                    <a:pt x="2489" y="9228"/>
                    <a:pt x="2549" y="9025"/>
                  </a:cubicBezTo>
                  <a:cubicBezTo>
                    <a:pt x="2620" y="8763"/>
                    <a:pt x="2537" y="8490"/>
                    <a:pt x="2311" y="8311"/>
                  </a:cubicBezTo>
                  <a:cubicBezTo>
                    <a:pt x="2168" y="8180"/>
                    <a:pt x="2132" y="7954"/>
                    <a:pt x="2251" y="7799"/>
                  </a:cubicBezTo>
                  <a:cubicBezTo>
                    <a:pt x="2418" y="7585"/>
                    <a:pt x="2442" y="7287"/>
                    <a:pt x="2322" y="7049"/>
                  </a:cubicBezTo>
                  <a:cubicBezTo>
                    <a:pt x="2239" y="6870"/>
                    <a:pt x="2311" y="6644"/>
                    <a:pt x="2489" y="6561"/>
                  </a:cubicBezTo>
                  <a:cubicBezTo>
                    <a:pt x="2727" y="6442"/>
                    <a:pt x="2882" y="6192"/>
                    <a:pt x="2858" y="5906"/>
                  </a:cubicBezTo>
                  <a:cubicBezTo>
                    <a:pt x="2846" y="5715"/>
                    <a:pt x="3013" y="5537"/>
                    <a:pt x="3204" y="5513"/>
                  </a:cubicBezTo>
                  <a:cubicBezTo>
                    <a:pt x="3418" y="5501"/>
                    <a:pt x="3608" y="5394"/>
                    <a:pt x="3727" y="5215"/>
                  </a:cubicBezTo>
                  <a:lnTo>
                    <a:pt x="3727" y="5204"/>
                  </a:lnTo>
                  <a:cubicBezTo>
                    <a:pt x="3751" y="5156"/>
                    <a:pt x="3787" y="5120"/>
                    <a:pt x="3799" y="5073"/>
                  </a:cubicBezTo>
                  <a:cubicBezTo>
                    <a:pt x="3854" y="4925"/>
                    <a:pt x="3995" y="4835"/>
                    <a:pt x="4145" y="4835"/>
                  </a:cubicBezTo>
                  <a:cubicBezTo>
                    <a:pt x="4188" y="4835"/>
                    <a:pt x="4232" y="4842"/>
                    <a:pt x="4275" y="4858"/>
                  </a:cubicBezTo>
                  <a:cubicBezTo>
                    <a:pt x="4355" y="4889"/>
                    <a:pt x="4438" y="4903"/>
                    <a:pt x="4521" y="4903"/>
                  </a:cubicBezTo>
                  <a:cubicBezTo>
                    <a:pt x="4698" y="4903"/>
                    <a:pt x="4872" y="4837"/>
                    <a:pt x="5001" y="4715"/>
                  </a:cubicBezTo>
                  <a:cubicBezTo>
                    <a:pt x="5079" y="4638"/>
                    <a:pt x="5174" y="4599"/>
                    <a:pt x="5268" y="4599"/>
                  </a:cubicBezTo>
                  <a:close/>
                  <a:moveTo>
                    <a:pt x="298" y="0"/>
                  </a:moveTo>
                  <a:cubicBezTo>
                    <a:pt x="203" y="0"/>
                    <a:pt x="108" y="60"/>
                    <a:pt x="48" y="143"/>
                  </a:cubicBezTo>
                  <a:cubicBezTo>
                    <a:pt x="1" y="239"/>
                    <a:pt x="1" y="358"/>
                    <a:pt x="60" y="429"/>
                  </a:cubicBezTo>
                  <a:lnTo>
                    <a:pt x="3418" y="5096"/>
                  </a:lnTo>
                  <a:cubicBezTo>
                    <a:pt x="3358" y="5144"/>
                    <a:pt x="3275" y="5168"/>
                    <a:pt x="3204" y="5168"/>
                  </a:cubicBezTo>
                  <a:cubicBezTo>
                    <a:pt x="2834" y="5192"/>
                    <a:pt x="2537" y="5513"/>
                    <a:pt x="2549" y="5906"/>
                  </a:cubicBezTo>
                  <a:cubicBezTo>
                    <a:pt x="2549" y="6049"/>
                    <a:pt x="2477" y="6180"/>
                    <a:pt x="2358" y="6239"/>
                  </a:cubicBezTo>
                  <a:cubicBezTo>
                    <a:pt x="2013" y="6418"/>
                    <a:pt x="1882" y="6835"/>
                    <a:pt x="2061" y="7168"/>
                  </a:cubicBezTo>
                  <a:cubicBezTo>
                    <a:pt x="2120" y="7299"/>
                    <a:pt x="2108" y="7454"/>
                    <a:pt x="2013" y="7573"/>
                  </a:cubicBezTo>
                  <a:cubicBezTo>
                    <a:pt x="1775" y="7871"/>
                    <a:pt x="1822" y="8299"/>
                    <a:pt x="2120" y="8537"/>
                  </a:cubicBezTo>
                  <a:cubicBezTo>
                    <a:pt x="2215" y="8621"/>
                    <a:pt x="2275" y="8775"/>
                    <a:pt x="2239" y="8906"/>
                  </a:cubicBezTo>
                  <a:cubicBezTo>
                    <a:pt x="2132" y="9275"/>
                    <a:pt x="2358" y="9656"/>
                    <a:pt x="2727" y="9752"/>
                  </a:cubicBezTo>
                  <a:cubicBezTo>
                    <a:pt x="2858" y="9799"/>
                    <a:pt x="2965" y="9906"/>
                    <a:pt x="3001" y="10049"/>
                  </a:cubicBezTo>
                  <a:cubicBezTo>
                    <a:pt x="3056" y="10399"/>
                    <a:pt x="3361" y="10639"/>
                    <a:pt x="3697" y="10639"/>
                  </a:cubicBezTo>
                  <a:cubicBezTo>
                    <a:pt x="3727" y="10639"/>
                    <a:pt x="3757" y="10637"/>
                    <a:pt x="3787" y="10633"/>
                  </a:cubicBezTo>
                  <a:cubicBezTo>
                    <a:pt x="3799" y="10632"/>
                    <a:pt x="3811" y="10631"/>
                    <a:pt x="3823" y="10631"/>
                  </a:cubicBezTo>
                  <a:cubicBezTo>
                    <a:pt x="3953" y="10631"/>
                    <a:pt x="4079" y="10690"/>
                    <a:pt x="4144" y="10799"/>
                  </a:cubicBezTo>
                  <a:cubicBezTo>
                    <a:pt x="4274" y="10998"/>
                    <a:pt x="4502" y="11109"/>
                    <a:pt x="4731" y="11109"/>
                  </a:cubicBezTo>
                  <a:cubicBezTo>
                    <a:pt x="4858" y="11109"/>
                    <a:pt x="4986" y="11074"/>
                    <a:pt x="5097" y="11002"/>
                  </a:cubicBezTo>
                  <a:cubicBezTo>
                    <a:pt x="5156" y="10966"/>
                    <a:pt x="5228" y="10948"/>
                    <a:pt x="5299" y="10948"/>
                  </a:cubicBezTo>
                  <a:cubicBezTo>
                    <a:pt x="5370" y="10948"/>
                    <a:pt x="5442" y="10966"/>
                    <a:pt x="5501" y="11002"/>
                  </a:cubicBezTo>
                  <a:cubicBezTo>
                    <a:pt x="5621" y="11085"/>
                    <a:pt x="5740" y="11109"/>
                    <a:pt x="5871" y="11109"/>
                  </a:cubicBezTo>
                  <a:cubicBezTo>
                    <a:pt x="6097" y="11109"/>
                    <a:pt x="6311" y="11002"/>
                    <a:pt x="6454" y="10799"/>
                  </a:cubicBezTo>
                  <a:cubicBezTo>
                    <a:pt x="6519" y="10690"/>
                    <a:pt x="6645" y="10631"/>
                    <a:pt x="6775" y="10631"/>
                  </a:cubicBezTo>
                  <a:cubicBezTo>
                    <a:pt x="6787" y="10631"/>
                    <a:pt x="6799" y="10632"/>
                    <a:pt x="6811" y="10633"/>
                  </a:cubicBezTo>
                  <a:cubicBezTo>
                    <a:pt x="6848" y="10639"/>
                    <a:pt x="6884" y="10641"/>
                    <a:pt x="6920" y="10641"/>
                  </a:cubicBezTo>
                  <a:cubicBezTo>
                    <a:pt x="7248" y="10641"/>
                    <a:pt x="7543" y="10403"/>
                    <a:pt x="7597" y="10049"/>
                  </a:cubicBezTo>
                  <a:cubicBezTo>
                    <a:pt x="7621" y="9906"/>
                    <a:pt x="7728" y="9799"/>
                    <a:pt x="7859" y="9752"/>
                  </a:cubicBezTo>
                  <a:cubicBezTo>
                    <a:pt x="8240" y="9656"/>
                    <a:pt x="8442" y="9275"/>
                    <a:pt x="8359" y="8906"/>
                  </a:cubicBezTo>
                  <a:cubicBezTo>
                    <a:pt x="8323" y="8775"/>
                    <a:pt x="8371" y="8621"/>
                    <a:pt x="8478" y="8537"/>
                  </a:cubicBezTo>
                  <a:cubicBezTo>
                    <a:pt x="8776" y="8299"/>
                    <a:pt x="8811" y="7871"/>
                    <a:pt x="8573" y="7573"/>
                  </a:cubicBezTo>
                  <a:cubicBezTo>
                    <a:pt x="8490" y="7454"/>
                    <a:pt x="8478" y="7299"/>
                    <a:pt x="8538" y="7168"/>
                  </a:cubicBezTo>
                  <a:cubicBezTo>
                    <a:pt x="8692" y="6823"/>
                    <a:pt x="8561" y="6406"/>
                    <a:pt x="8240" y="6239"/>
                  </a:cubicBezTo>
                  <a:cubicBezTo>
                    <a:pt x="8097" y="6180"/>
                    <a:pt x="8026" y="6037"/>
                    <a:pt x="8037" y="5906"/>
                  </a:cubicBezTo>
                  <a:cubicBezTo>
                    <a:pt x="8061" y="5525"/>
                    <a:pt x="7776" y="5204"/>
                    <a:pt x="7383" y="5168"/>
                  </a:cubicBezTo>
                  <a:cubicBezTo>
                    <a:pt x="7311" y="5168"/>
                    <a:pt x="7240" y="5144"/>
                    <a:pt x="7180" y="5096"/>
                  </a:cubicBezTo>
                  <a:lnTo>
                    <a:pt x="10526" y="429"/>
                  </a:lnTo>
                  <a:cubicBezTo>
                    <a:pt x="10585" y="358"/>
                    <a:pt x="10597" y="251"/>
                    <a:pt x="10538" y="143"/>
                  </a:cubicBezTo>
                  <a:cubicBezTo>
                    <a:pt x="10490" y="60"/>
                    <a:pt x="10395" y="0"/>
                    <a:pt x="10288" y="0"/>
                  </a:cubicBezTo>
                  <a:lnTo>
                    <a:pt x="7478" y="0"/>
                  </a:lnTo>
                  <a:cubicBezTo>
                    <a:pt x="7383" y="0"/>
                    <a:pt x="7299" y="36"/>
                    <a:pt x="7252" y="120"/>
                  </a:cubicBezTo>
                  <a:lnTo>
                    <a:pt x="5287" y="2858"/>
                  </a:lnTo>
                  <a:lnTo>
                    <a:pt x="3335" y="120"/>
                  </a:lnTo>
                  <a:cubicBezTo>
                    <a:pt x="3299" y="36"/>
                    <a:pt x="3204" y="0"/>
                    <a:pt x="3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4"/>
            <p:cNvSpPr/>
            <p:nvPr/>
          </p:nvSpPr>
          <p:spPr>
            <a:xfrm>
              <a:off x="938458" y="2136979"/>
              <a:ext cx="166789" cy="76742"/>
            </a:xfrm>
            <a:custGeom>
              <a:rect b="b" l="l" r="r" t="t"/>
              <a:pathLst>
                <a:path extrusionOk="0" h="2411" w="5240">
                  <a:moveTo>
                    <a:pt x="2620" y="1"/>
                  </a:moveTo>
                  <a:cubicBezTo>
                    <a:pt x="2001" y="1"/>
                    <a:pt x="1370" y="227"/>
                    <a:pt x="894" y="643"/>
                  </a:cubicBezTo>
                  <a:cubicBezTo>
                    <a:pt x="417" y="1036"/>
                    <a:pt x="108" y="1608"/>
                    <a:pt x="13" y="2227"/>
                  </a:cubicBezTo>
                  <a:cubicBezTo>
                    <a:pt x="1" y="2322"/>
                    <a:pt x="60" y="2406"/>
                    <a:pt x="156" y="2406"/>
                  </a:cubicBezTo>
                  <a:lnTo>
                    <a:pt x="179" y="2406"/>
                  </a:lnTo>
                  <a:cubicBezTo>
                    <a:pt x="251" y="2406"/>
                    <a:pt x="334" y="2346"/>
                    <a:pt x="346" y="2275"/>
                  </a:cubicBezTo>
                  <a:cubicBezTo>
                    <a:pt x="429" y="1739"/>
                    <a:pt x="703" y="1251"/>
                    <a:pt x="1120" y="894"/>
                  </a:cubicBezTo>
                  <a:cubicBezTo>
                    <a:pt x="1537" y="536"/>
                    <a:pt x="2072" y="322"/>
                    <a:pt x="2620" y="322"/>
                  </a:cubicBezTo>
                  <a:cubicBezTo>
                    <a:pt x="3168" y="322"/>
                    <a:pt x="3704" y="524"/>
                    <a:pt x="4120" y="894"/>
                  </a:cubicBezTo>
                  <a:cubicBezTo>
                    <a:pt x="4537" y="1251"/>
                    <a:pt x="4811" y="1739"/>
                    <a:pt x="4894" y="2275"/>
                  </a:cubicBezTo>
                  <a:cubicBezTo>
                    <a:pt x="4904" y="2356"/>
                    <a:pt x="4975" y="2411"/>
                    <a:pt x="5040" y="2411"/>
                  </a:cubicBezTo>
                  <a:cubicBezTo>
                    <a:pt x="5051" y="2411"/>
                    <a:pt x="5062" y="2409"/>
                    <a:pt x="5073" y="2406"/>
                  </a:cubicBezTo>
                  <a:cubicBezTo>
                    <a:pt x="5180" y="2394"/>
                    <a:pt x="5240" y="2322"/>
                    <a:pt x="5228" y="2227"/>
                  </a:cubicBezTo>
                  <a:cubicBezTo>
                    <a:pt x="5132" y="1620"/>
                    <a:pt x="4823" y="1060"/>
                    <a:pt x="4347" y="643"/>
                  </a:cubicBezTo>
                  <a:cubicBezTo>
                    <a:pt x="3870" y="227"/>
                    <a:pt x="3263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4"/>
            <p:cNvSpPr/>
            <p:nvPr/>
          </p:nvSpPr>
          <p:spPr>
            <a:xfrm>
              <a:off x="938840" y="2227377"/>
              <a:ext cx="166407" cy="76774"/>
            </a:xfrm>
            <a:custGeom>
              <a:rect b="b" l="l" r="r" t="t"/>
              <a:pathLst>
                <a:path extrusionOk="0" h="2412" w="5228">
                  <a:moveTo>
                    <a:pt x="193" y="1"/>
                  </a:moveTo>
                  <a:cubicBezTo>
                    <a:pt x="181" y="1"/>
                    <a:pt x="168" y="3"/>
                    <a:pt x="155" y="6"/>
                  </a:cubicBezTo>
                  <a:cubicBezTo>
                    <a:pt x="60" y="18"/>
                    <a:pt x="1" y="101"/>
                    <a:pt x="24" y="197"/>
                  </a:cubicBezTo>
                  <a:cubicBezTo>
                    <a:pt x="108" y="804"/>
                    <a:pt x="417" y="1375"/>
                    <a:pt x="894" y="1768"/>
                  </a:cubicBezTo>
                  <a:cubicBezTo>
                    <a:pt x="1370" y="2185"/>
                    <a:pt x="1989" y="2411"/>
                    <a:pt x="2608" y="2411"/>
                  </a:cubicBezTo>
                  <a:cubicBezTo>
                    <a:pt x="3239" y="2411"/>
                    <a:pt x="3858" y="2185"/>
                    <a:pt x="4335" y="1768"/>
                  </a:cubicBezTo>
                  <a:cubicBezTo>
                    <a:pt x="4811" y="1375"/>
                    <a:pt x="5120" y="804"/>
                    <a:pt x="5216" y="185"/>
                  </a:cubicBezTo>
                  <a:cubicBezTo>
                    <a:pt x="5228" y="101"/>
                    <a:pt x="5168" y="18"/>
                    <a:pt x="5085" y="6"/>
                  </a:cubicBezTo>
                  <a:cubicBezTo>
                    <a:pt x="5070" y="3"/>
                    <a:pt x="5056" y="1"/>
                    <a:pt x="5043" y="1"/>
                  </a:cubicBezTo>
                  <a:cubicBezTo>
                    <a:pt x="4966" y="1"/>
                    <a:pt x="4906" y="56"/>
                    <a:pt x="4906" y="137"/>
                  </a:cubicBezTo>
                  <a:cubicBezTo>
                    <a:pt x="4811" y="673"/>
                    <a:pt x="4549" y="1161"/>
                    <a:pt x="4132" y="1518"/>
                  </a:cubicBezTo>
                  <a:cubicBezTo>
                    <a:pt x="3715" y="1875"/>
                    <a:pt x="3180" y="2090"/>
                    <a:pt x="2620" y="2090"/>
                  </a:cubicBezTo>
                  <a:cubicBezTo>
                    <a:pt x="2072" y="2090"/>
                    <a:pt x="1537" y="1887"/>
                    <a:pt x="1120" y="1518"/>
                  </a:cubicBezTo>
                  <a:cubicBezTo>
                    <a:pt x="703" y="1161"/>
                    <a:pt x="441" y="673"/>
                    <a:pt x="346" y="137"/>
                  </a:cubicBezTo>
                  <a:cubicBezTo>
                    <a:pt x="336" y="56"/>
                    <a:pt x="265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4"/>
            <p:cNvSpPr/>
            <p:nvPr/>
          </p:nvSpPr>
          <p:spPr>
            <a:xfrm>
              <a:off x="1007052" y="2185106"/>
              <a:ext cx="19003" cy="70153"/>
            </a:xfrm>
            <a:custGeom>
              <a:rect b="b" l="l" r="r" t="t"/>
              <a:pathLst>
                <a:path extrusionOk="0" h="2204" w="597">
                  <a:moveTo>
                    <a:pt x="453" y="1"/>
                  </a:moveTo>
                  <a:cubicBezTo>
                    <a:pt x="418" y="1"/>
                    <a:pt x="394" y="24"/>
                    <a:pt x="382" y="36"/>
                  </a:cubicBezTo>
                  <a:lnTo>
                    <a:pt x="60" y="334"/>
                  </a:lnTo>
                  <a:cubicBezTo>
                    <a:pt x="25" y="358"/>
                    <a:pt x="1" y="405"/>
                    <a:pt x="1" y="453"/>
                  </a:cubicBezTo>
                  <a:cubicBezTo>
                    <a:pt x="1" y="513"/>
                    <a:pt x="48" y="584"/>
                    <a:pt x="108" y="584"/>
                  </a:cubicBezTo>
                  <a:cubicBezTo>
                    <a:pt x="120" y="584"/>
                    <a:pt x="156" y="572"/>
                    <a:pt x="167" y="560"/>
                  </a:cubicBezTo>
                  <a:lnTo>
                    <a:pt x="275" y="417"/>
                  </a:lnTo>
                  <a:lnTo>
                    <a:pt x="275" y="2108"/>
                  </a:lnTo>
                  <a:cubicBezTo>
                    <a:pt x="275" y="2179"/>
                    <a:pt x="346" y="2203"/>
                    <a:pt x="441" y="2203"/>
                  </a:cubicBezTo>
                  <a:cubicBezTo>
                    <a:pt x="513" y="2203"/>
                    <a:pt x="596" y="2179"/>
                    <a:pt x="596" y="2108"/>
                  </a:cubicBezTo>
                  <a:lnTo>
                    <a:pt x="596" y="96"/>
                  </a:lnTo>
                  <a:cubicBezTo>
                    <a:pt x="584" y="48"/>
                    <a:pt x="513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75" name="Google Shape;47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8753" y="3664742"/>
            <a:ext cx="868475" cy="2361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54"/>
          <p:cNvGrpSpPr/>
          <p:nvPr/>
        </p:nvGrpSpPr>
        <p:grpSpPr>
          <a:xfrm>
            <a:off x="6278807" y="4162251"/>
            <a:ext cx="283985" cy="341080"/>
            <a:chOff x="1493849" y="2775533"/>
            <a:chExt cx="283985" cy="341080"/>
          </a:xfrm>
        </p:grpSpPr>
        <p:sp>
          <p:nvSpPr>
            <p:cNvPr id="477" name="Google Shape;477;p54"/>
            <p:cNvSpPr/>
            <p:nvPr/>
          </p:nvSpPr>
          <p:spPr>
            <a:xfrm>
              <a:off x="1493849" y="2775533"/>
              <a:ext cx="283985" cy="341080"/>
            </a:xfrm>
            <a:custGeom>
              <a:rect b="b" l="l" r="r" t="t"/>
              <a:pathLst>
                <a:path extrusionOk="0" h="10741" w="8943">
                  <a:moveTo>
                    <a:pt x="8430" y="1013"/>
                  </a:moveTo>
                  <a:cubicBezTo>
                    <a:pt x="8466" y="1013"/>
                    <a:pt x="8514" y="1025"/>
                    <a:pt x="8549" y="1061"/>
                  </a:cubicBezTo>
                  <a:cubicBezTo>
                    <a:pt x="8573" y="1084"/>
                    <a:pt x="8585" y="1132"/>
                    <a:pt x="8585" y="1180"/>
                  </a:cubicBezTo>
                  <a:lnTo>
                    <a:pt x="8585" y="1846"/>
                  </a:lnTo>
                  <a:cubicBezTo>
                    <a:pt x="8585" y="2454"/>
                    <a:pt x="8454" y="2906"/>
                    <a:pt x="8192" y="3204"/>
                  </a:cubicBezTo>
                  <a:cubicBezTo>
                    <a:pt x="7954" y="3466"/>
                    <a:pt x="7633" y="3585"/>
                    <a:pt x="7323" y="3716"/>
                  </a:cubicBezTo>
                  <a:cubicBezTo>
                    <a:pt x="7180" y="3775"/>
                    <a:pt x="7025" y="3835"/>
                    <a:pt x="6894" y="3918"/>
                  </a:cubicBezTo>
                  <a:cubicBezTo>
                    <a:pt x="7037" y="3466"/>
                    <a:pt x="7121" y="2989"/>
                    <a:pt x="7121" y="2501"/>
                  </a:cubicBezTo>
                  <a:lnTo>
                    <a:pt x="7121" y="1811"/>
                  </a:lnTo>
                  <a:cubicBezTo>
                    <a:pt x="7335" y="1811"/>
                    <a:pt x="7549" y="1715"/>
                    <a:pt x="7680" y="1513"/>
                  </a:cubicBezTo>
                  <a:lnTo>
                    <a:pt x="7799" y="1334"/>
                  </a:lnTo>
                  <a:cubicBezTo>
                    <a:pt x="7954" y="1132"/>
                    <a:pt x="8168" y="1013"/>
                    <a:pt x="8430" y="1013"/>
                  </a:cubicBezTo>
                  <a:close/>
                  <a:moveTo>
                    <a:pt x="453" y="1025"/>
                  </a:moveTo>
                  <a:cubicBezTo>
                    <a:pt x="703" y="1025"/>
                    <a:pt x="929" y="1144"/>
                    <a:pt x="1072" y="1358"/>
                  </a:cubicBezTo>
                  <a:lnTo>
                    <a:pt x="1191" y="1537"/>
                  </a:lnTo>
                  <a:cubicBezTo>
                    <a:pt x="1322" y="1703"/>
                    <a:pt x="1537" y="1834"/>
                    <a:pt x="1763" y="1834"/>
                  </a:cubicBezTo>
                  <a:lnTo>
                    <a:pt x="1763" y="2513"/>
                  </a:lnTo>
                  <a:cubicBezTo>
                    <a:pt x="1763" y="2989"/>
                    <a:pt x="1834" y="3466"/>
                    <a:pt x="1977" y="3930"/>
                  </a:cubicBezTo>
                  <a:cubicBezTo>
                    <a:pt x="1846" y="3835"/>
                    <a:pt x="1703" y="3775"/>
                    <a:pt x="1548" y="3716"/>
                  </a:cubicBezTo>
                  <a:cubicBezTo>
                    <a:pt x="1239" y="3597"/>
                    <a:pt x="929" y="3466"/>
                    <a:pt x="691" y="3204"/>
                  </a:cubicBezTo>
                  <a:cubicBezTo>
                    <a:pt x="417" y="2906"/>
                    <a:pt x="286" y="2454"/>
                    <a:pt x="286" y="1846"/>
                  </a:cubicBezTo>
                  <a:lnTo>
                    <a:pt x="286" y="1191"/>
                  </a:lnTo>
                  <a:cubicBezTo>
                    <a:pt x="286" y="1144"/>
                    <a:pt x="298" y="1096"/>
                    <a:pt x="334" y="1072"/>
                  </a:cubicBezTo>
                  <a:cubicBezTo>
                    <a:pt x="358" y="1037"/>
                    <a:pt x="405" y="1025"/>
                    <a:pt x="453" y="1025"/>
                  </a:cubicBezTo>
                  <a:close/>
                  <a:moveTo>
                    <a:pt x="7097" y="299"/>
                  </a:moveTo>
                  <a:lnTo>
                    <a:pt x="7097" y="668"/>
                  </a:lnTo>
                  <a:lnTo>
                    <a:pt x="5739" y="668"/>
                  </a:lnTo>
                  <a:cubicBezTo>
                    <a:pt x="5656" y="668"/>
                    <a:pt x="5585" y="739"/>
                    <a:pt x="5585" y="834"/>
                  </a:cubicBezTo>
                  <a:cubicBezTo>
                    <a:pt x="5585" y="918"/>
                    <a:pt x="5656" y="1001"/>
                    <a:pt x="5739" y="1001"/>
                  </a:cubicBezTo>
                  <a:lnTo>
                    <a:pt x="6775" y="1001"/>
                  </a:lnTo>
                  <a:lnTo>
                    <a:pt x="6775" y="2513"/>
                  </a:lnTo>
                  <a:cubicBezTo>
                    <a:pt x="6787" y="3882"/>
                    <a:pt x="6132" y="5192"/>
                    <a:pt x="5013" y="6014"/>
                  </a:cubicBezTo>
                  <a:lnTo>
                    <a:pt x="4894" y="6097"/>
                  </a:lnTo>
                  <a:cubicBezTo>
                    <a:pt x="4870" y="6097"/>
                    <a:pt x="4835" y="6085"/>
                    <a:pt x="4811" y="6085"/>
                  </a:cubicBezTo>
                  <a:lnTo>
                    <a:pt x="4037" y="6085"/>
                  </a:lnTo>
                  <a:cubicBezTo>
                    <a:pt x="4001" y="6085"/>
                    <a:pt x="3977" y="6085"/>
                    <a:pt x="3942" y="6097"/>
                  </a:cubicBezTo>
                  <a:lnTo>
                    <a:pt x="3823" y="6014"/>
                  </a:lnTo>
                  <a:cubicBezTo>
                    <a:pt x="2727" y="5192"/>
                    <a:pt x="2060" y="3882"/>
                    <a:pt x="2060" y="2513"/>
                  </a:cubicBezTo>
                  <a:lnTo>
                    <a:pt x="2060" y="1001"/>
                  </a:lnTo>
                  <a:lnTo>
                    <a:pt x="5013" y="1001"/>
                  </a:lnTo>
                  <a:cubicBezTo>
                    <a:pt x="5108" y="1001"/>
                    <a:pt x="5180" y="918"/>
                    <a:pt x="5180" y="834"/>
                  </a:cubicBezTo>
                  <a:cubicBezTo>
                    <a:pt x="5180" y="739"/>
                    <a:pt x="5108" y="668"/>
                    <a:pt x="5013" y="668"/>
                  </a:cubicBezTo>
                  <a:lnTo>
                    <a:pt x="1727" y="668"/>
                  </a:lnTo>
                  <a:lnTo>
                    <a:pt x="1727" y="299"/>
                  </a:lnTo>
                  <a:close/>
                  <a:moveTo>
                    <a:pt x="4823" y="6395"/>
                  </a:moveTo>
                  <a:cubicBezTo>
                    <a:pt x="4882" y="6395"/>
                    <a:pt x="4930" y="6442"/>
                    <a:pt x="4930" y="6502"/>
                  </a:cubicBezTo>
                  <a:lnTo>
                    <a:pt x="4930" y="6621"/>
                  </a:lnTo>
                  <a:cubicBezTo>
                    <a:pt x="4930" y="6680"/>
                    <a:pt x="4882" y="6728"/>
                    <a:pt x="4823" y="6728"/>
                  </a:cubicBezTo>
                  <a:lnTo>
                    <a:pt x="4049" y="6728"/>
                  </a:lnTo>
                  <a:cubicBezTo>
                    <a:pt x="3989" y="6728"/>
                    <a:pt x="3942" y="6680"/>
                    <a:pt x="3942" y="6621"/>
                  </a:cubicBezTo>
                  <a:lnTo>
                    <a:pt x="3942" y="6502"/>
                  </a:lnTo>
                  <a:cubicBezTo>
                    <a:pt x="3942" y="6442"/>
                    <a:pt x="3989" y="6395"/>
                    <a:pt x="4049" y="6395"/>
                  </a:cubicBezTo>
                  <a:close/>
                  <a:moveTo>
                    <a:pt x="4620" y="7037"/>
                  </a:moveTo>
                  <a:lnTo>
                    <a:pt x="4620" y="8573"/>
                  </a:lnTo>
                  <a:lnTo>
                    <a:pt x="4239" y="8573"/>
                  </a:lnTo>
                  <a:lnTo>
                    <a:pt x="4239" y="7037"/>
                  </a:lnTo>
                  <a:close/>
                  <a:moveTo>
                    <a:pt x="5418" y="8883"/>
                  </a:moveTo>
                  <a:cubicBezTo>
                    <a:pt x="5525" y="8883"/>
                    <a:pt x="5608" y="8978"/>
                    <a:pt x="5608" y="9073"/>
                  </a:cubicBezTo>
                  <a:lnTo>
                    <a:pt x="5608" y="9252"/>
                  </a:lnTo>
                  <a:lnTo>
                    <a:pt x="4215" y="9252"/>
                  </a:lnTo>
                  <a:cubicBezTo>
                    <a:pt x="4120" y="9252"/>
                    <a:pt x="4049" y="9335"/>
                    <a:pt x="4049" y="9419"/>
                  </a:cubicBezTo>
                  <a:cubicBezTo>
                    <a:pt x="4049" y="9514"/>
                    <a:pt x="4120" y="9585"/>
                    <a:pt x="4215" y="9585"/>
                  </a:cubicBezTo>
                  <a:lnTo>
                    <a:pt x="6370" y="9585"/>
                  </a:lnTo>
                  <a:cubicBezTo>
                    <a:pt x="6382" y="9585"/>
                    <a:pt x="6406" y="9597"/>
                    <a:pt x="6418" y="9609"/>
                  </a:cubicBezTo>
                  <a:lnTo>
                    <a:pt x="6561" y="10371"/>
                  </a:lnTo>
                  <a:cubicBezTo>
                    <a:pt x="6561" y="10383"/>
                    <a:pt x="6561" y="10407"/>
                    <a:pt x="6549" y="10407"/>
                  </a:cubicBezTo>
                  <a:cubicBezTo>
                    <a:pt x="6549" y="10407"/>
                    <a:pt x="6537" y="10419"/>
                    <a:pt x="6525" y="10419"/>
                  </a:cubicBezTo>
                  <a:lnTo>
                    <a:pt x="2370" y="10419"/>
                  </a:lnTo>
                  <a:cubicBezTo>
                    <a:pt x="2358" y="10419"/>
                    <a:pt x="2334" y="10407"/>
                    <a:pt x="2334" y="10407"/>
                  </a:cubicBezTo>
                  <a:cubicBezTo>
                    <a:pt x="2334" y="10407"/>
                    <a:pt x="2322" y="10383"/>
                    <a:pt x="2322" y="10371"/>
                  </a:cubicBezTo>
                  <a:lnTo>
                    <a:pt x="2477" y="9609"/>
                  </a:lnTo>
                  <a:cubicBezTo>
                    <a:pt x="2477" y="9597"/>
                    <a:pt x="2489" y="9585"/>
                    <a:pt x="2513" y="9585"/>
                  </a:cubicBezTo>
                  <a:lnTo>
                    <a:pt x="3489" y="9585"/>
                  </a:lnTo>
                  <a:cubicBezTo>
                    <a:pt x="3573" y="9585"/>
                    <a:pt x="3644" y="9514"/>
                    <a:pt x="3644" y="9419"/>
                  </a:cubicBezTo>
                  <a:cubicBezTo>
                    <a:pt x="3644" y="9335"/>
                    <a:pt x="3573" y="9252"/>
                    <a:pt x="3489" y="9252"/>
                  </a:cubicBezTo>
                  <a:lnTo>
                    <a:pt x="3263" y="9252"/>
                  </a:lnTo>
                  <a:lnTo>
                    <a:pt x="3263" y="9073"/>
                  </a:lnTo>
                  <a:cubicBezTo>
                    <a:pt x="3263" y="8978"/>
                    <a:pt x="3346" y="8883"/>
                    <a:pt x="3453" y="8883"/>
                  </a:cubicBezTo>
                  <a:close/>
                  <a:moveTo>
                    <a:pt x="1739" y="1"/>
                  </a:moveTo>
                  <a:cubicBezTo>
                    <a:pt x="1572" y="1"/>
                    <a:pt x="1441" y="132"/>
                    <a:pt x="1441" y="299"/>
                  </a:cubicBezTo>
                  <a:lnTo>
                    <a:pt x="1441" y="703"/>
                  </a:lnTo>
                  <a:cubicBezTo>
                    <a:pt x="1441" y="858"/>
                    <a:pt x="1572" y="1001"/>
                    <a:pt x="1739" y="1001"/>
                  </a:cubicBezTo>
                  <a:lnTo>
                    <a:pt x="1775" y="1001"/>
                  </a:lnTo>
                  <a:lnTo>
                    <a:pt x="1775" y="1513"/>
                  </a:lnTo>
                  <a:cubicBezTo>
                    <a:pt x="1656" y="1513"/>
                    <a:pt x="1537" y="1453"/>
                    <a:pt x="1477" y="1358"/>
                  </a:cubicBezTo>
                  <a:lnTo>
                    <a:pt x="1358" y="1180"/>
                  </a:lnTo>
                  <a:cubicBezTo>
                    <a:pt x="1156" y="882"/>
                    <a:pt x="822" y="715"/>
                    <a:pt x="477" y="715"/>
                  </a:cubicBezTo>
                  <a:cubicBezTo>
                    <a:pt x="346" y="715"/>
                    <a:pt x="227" y="763"/>
                    <a:pt x="132" y="846"/>
                  </a:cubicBezTo>
                  <a:cubicBezTo>
                    <a:pt x="48" y="941"/>
                    <a:pt x="1" y="1049"/>
                    <a:pt x="1" y="1191"/>
                  </a:cubicBezTo>
                  <a:lnTo>
                    <a:pt x="1" y="1846"/>
                  </a:lnTo>
                  <a:cubicBezTo>
                    <a:pt x="1" y="3418"/>
                    <a:pt x="798" y="3751"/>
                    <a:pt x="1465" y="4013"/>
                  </a:cubicBezTo>
                  <a:cubicBezTo>
                    <a:pt x="1810" y="4168"/>
                    <a:pt x="2144" y="4299"/>
                    <a:pt x="2299" y="4609"/>
                  </a:cubicBezTo>
                  <a:cubicBezTo>
                    <a:pt x="2334" y="4704"/>
                    <a:pt x="2322" y="4775"/>
                    <a:pt x="2263" y="4847"/>
                  </a:cubicBezTo>
                  <a:cubicBezTo>
                    <a:pt x="2212" y="4914"/>
                    <a:pt x="2120" y="4946"/>
                    <a:pt x="2041" y="4946"/>
                  </a:cubicBezTo>
                  <a:cubicBezTo>
                    <a:pt x="2008" y="4946"/>
                    <a:pt x="1978" y="4940"/>
                    <a:pt x="1953" y="4930"/>
                  </a:cubicBezTo>
                  <a:cubicBezTo>
                    <a:pt x="1834" y="4882"/>
                    <a:pt x="1822" y="4728"/>
                    <a:pt x="1834" y="4632"/>
                  </a:cubicBezTo>
                  <a:cubicBezTo>
                    <a:pt x="1834" y="4537"/>
                    <a:pt x="1775" y="4466"/>
                    <a:pt x="1679" y="4466"/>
                  </a:cubicBezTo>
                  <a:cubicBezTo>
                    <a:pt x="1596" y="4466"/>
                    <a:pt x="1513" y="4525"/>
                    <a:pt x="1513" y="4609"/>
                  </a:cubicBezTo>
                  <a:cubicBezTo>
                    <a:pt x="1513" y="4740"/>
                    <a:pt x="1537" y="5085"/>
                    <a:pt x="1834" y="5228"/>
                  </a:cubicBezTo>
                  <a:cubicBezTo>
                    <a:pt x="1906" y="5252"/>
                    <a:pt x="1965" y="5263"/>
                    <a:pt x="2037" y="5263"/>
                  </a:cubicBezTo>
                  <a:cubicBezTo>
                    <a:pt x="2203" y="5263"/>
                    <a:pt x="2382" y="5192"/>
                    <a:pt x="2489" y="5073"/>
                  </a:cubicBezTo>
                  <a:cubicBezTo>
                    <a:pt x="2501" y="5061"/>
                    <a:pt x="2513" y="5049"/>
                    <a:pt x="2513" y="5025"/>
                  </a:cubicBezTo>
                  <a:cubicBezTo>
                    <a:pt x="2811" y="5502"/>
                    <a:pt x="3215" y="5942"/>
                    <a:pt x="3680" y="6275"/>
                  </a:cubicBezTo>
                  <a:lnTo>
                    <a:pt x="3703" y="6299"/>
                  </a:lnTo>
                  <a:cubicBezTo>
                    <a:pt x="3656" y="6347"/>
                    <a:pt x="3644" y="6430"/>
                    <a:pt x="3644" y="6514"/>
                  </a:cubicBezTo>
                  <a:lnTo>
                    <a:pt x="3644" y="6633"/>
                  </a:lnTo>
                  <a:cubicBezTo>
                    <a:pt x="3644" y="6835"/>
                    <a:pt x="3775" y="6990"/>
                    <a:pt x="3965" y="7037"/>
                  </a:cubicBezTo>
                  <a:lnTo>
                    <a:pt x="3965" y="8585"/>
                  </a:lnTo>
                  <a:lnTo>
                    <a:pt x="3489" y="8585"/>
                  </a:lnTo>
                  <a:cubicBezTo>
                    <a:pt x="3203" y="8585"/>
                    <a:pt x="2977" y="8811"/>
                    <a:pt x="2977" y="9085"/>
                  </a:cubicBezTo>
                  <a:lnTo>
                    <a:pt x="2977" y="9264"/>
                  </a:lnTo>
                  <a:lnTo>
                    <a:pt x="2549" y="9264"/>
                  </a:lnTo>
                  <a:cubicBezTo>
                    <a:pt x="2382" y="9264"/>
                    <a:pt x="2239" y="9383"/>
                    <a:pt x="2203" y="9550"/>
                  </a:cubicBezTo>
                  <a:lnTo>
                    <a:pt x="2060" y="10312"/>
                  </a:lnTo>
                  <a:cubicBezTo>
                    <a:pt x="2037" y="10419"/>
                    <a:pt x="2060" y="10514"/>
                    <a:pt x="2132" y="10609"/>
                  </a:cubicBezTo>
                  <a:cubicBezTo>
                    <a:pt x="2203" y="10693"/>
                    <a:pt x="2299" y="10740"/>
                    <a:pt x="2394" y="10740"/>
                  </a:cubicBezTo>
                  <a:lnTo>
                    <a:pt x="6549" y="10740"/>
                  </a:lnTo>
                  <a:cubicBezTo>
                    <a:pt x="6656" y="10740"/>
                    <a:pt x="6763" y="10693"/>
                    <a:pt x="6823" y="10609"/>
                  </a:cubicBezTo>
                  <a:cubicBezTo>
                    <a:pt x="6894" y="10514"/>
                    <a:pt x="6906" y="10419"/>
                    <a:pt x="6894" y="10312"/>
                  </a:cubicBezTo>
                  <a:lnTo>
                    <a:pt x="6740" y="9550"/>
                  </a:lnTo>
                  <a:cubicBezTo>
                    <a:pt x="6716" y="9383"/>
                    <a:pt x="6561" y="9264"/>
                    <a:pt x="6406" y="9264"/>
                  </a:cubicBezTo>
                  <a:lnTo>
                    <a:pt x="5966" y="9264"/>
                  </a:lnTo>
                  <a:lnTo>
                    <a:pt x="5966" y="9085"/>
                  </a:lnTo>
                  <a:cubicBezTo>
                    <a:pt x="5966" y="8811"/>
                    <a:pt x="5751" y="8585"/>
                    <a:pt x="5466" y="8585"/>
                  </a:cubicBezTo>
                  <a:lnTo>
                    <a:pt x="4989" y="8585"/>
                  </a:lnTo>
                  <a:lnTo>
                    <a:pt x="4989" y="7037"/>
                  </a:lnTo>
                  <a:cubicBezTo>
                    <a:pt x="5168" y="6990"/>
                    <a:pt x="5299" y="6835"/>
                    <a:pt x="5299" y="6633"/>
                  </a:cubicBezTo>
                  <a:lnTo>
                    <a:pt x="5299" y="6502"/>
                  </a:lnTo>
                  <a:cubicBezTo>
                    <a:pt x="5299" y="6430"/>
                    <a:pt x="5275" y="6359"/>
                    <a:pt x="5239" y="6275"/>
                  </a:cubicBezTo>
                  <a:lnTo>
                    <a:pt x="5275" y="6264"/>
                  </a:lnTo>
                  <a:cubicBezTo>
                    <a:pt x="5728" y="5918"/>
                    <a:pt x="6132" y="5490"/>
                    <a:pt x="6430" y="5013"/>
                  </a:cubicBezTo>
                  <a:cubicBezTo>
                    <a:pt x="6442" y="5025"/>
                    <a:pt x="6466" y="5049"/>
                    <a:pt x="6466" y="5061"/>
                  </a:cubicBezTo>
                  <a:cubicBezTo>
                    <a:pt x="6585" y="5180"/>
                    <a:pt x="6740" y="5252"/>
                    <a:pt x="6906" y="5252"/>
                  </a:cubicBezTo>
                  <a:cubicBezTo>
                    <a:pt x="6978" y="5252"/>
                    <a:pt x="7061" y="5240"/>
                    <a:pt x="7121" y="5204"/>
                  </a:cubicBezTo>
                  <a:cubicBezTo>
                    <a:pt x="7418" y="5073"/>
                    <a:pt x="7442" y="4751"/>
                    <a:pt x="7430" y="4597"/>
                  </a:cubicBezTo>
                  <a:cubicBezTo>
                    <a:pt x="7430" y="4513"/>
                    <a:pt x="7359" y="4454"/>
                    <a:pt x="7263" y="4454"/>
                  </a:cubicBezTo>
                  <a:cubicBezTo>
                    <a:pt x="7180" y="4454"/>
                    <a:pt x="7121" y="4525"/>
                    <a:pt x="7121" y="4609"/>
                  </a:cubicBezTo>
                  <a:cubicBezTo>
                    <a:pt x="7121" y="4716"/>
                    <a:pt x="7097" y="4871"/>
                    <a:pt x="7002" y="4906"/>
                  </a:cubicBezTo>
                  <a:cubicBezTo>
                    <a:pt x="6975" y="4920"/>
                    <a:pt x="6945" y="4925"/>
                    <a:pt x="6913" y="4925"/>
                  </a:cubicBezTo>
                  <a:cubicBezTo>
                    <a:pt x="6831" y="4925"/>
                    <a:pt x="6740" y="4886"/>
                    <a:pt x="6680" y="4835"/>
                  </a:cubicBezTo>
                  <a:cubicBezTo>
                    <a:pt x="6621" y="4775"/>
                    <a:pt x="6609" y="4692"/>
                    <a:pt x="6656" y="4597"/>
                  </a:cubicBezTo>
                  <a:cubicBezTo>
                    <a:pt x="6799" y="4287"/>
                    <a:pt x="7121" y="4156"/>
                    <a:pt x="7490" y="4001"/>
                  </a:cubicBezTo>
                  <a:cubicBezTo>
                    <a:pt x="8145" y="3739"/>
                    <a:pt x="8942" y="3406"/>
                    <a:pt x="8942" y="1834"/>
                  </a:cubicBezTo>
                  <a:lnTo>
                    <a:pt x="8942" y="1180"/>
                  </a:lnTo>
                  <a:cubicBezTo>
                    <a:pt x="8907" y="1061"/>
                    <a:pt x="8847" y="941"/>
                    <a:pt x="8752" y="846"/>
                  </a:cubicBezTo>
                  <a:cubicBezTo>
                    <a:pt x="8668" y="763"/>
                    <a:pt x="8549" y="715"/>
                    <a:pt x="8406" y="715"/>
                  </a:cubicBezTo>
                  <a:cubicBezTo>
                    <a:pt x="8049" y="715"/>
                    <a:pt x="7728" y="894"/>
                    <a:pt x="7537" y="1180"/>
                  </a:cubicBezTo>
                  <a:lnTo>
                    <a:pt x="7418" y="1358"/>
                  </a:lnTo>
                  <a:cubicBezTo>
                    <a:pt x="7335" y="1453"/>
                    <a:pt x="7240" y="1513"/>
                    <a:pt x="7121" y="1513"/>
                  </a:cubicBezTo>
                  <a:lnTo>
                    <a:pt x="7121" y="1001"/>
                  </a:lnTo>
                  <a:lnTo>
                    <a:pt x="7144" y="1001"/>
                  </a:lnTo>
                  <a:cubicBezTo>
                    <a:pt x="7311" y="1001"/>
                    <a:pt x="7442" y="858"/>
                    <a:pt x="7442" y="703"/>
                  </a:cubicBezTo>
                  <a:lnTo>
                    <a:pt x="7442" y="299"/>
                  </a:lnTo>
                  <a:cubicBezTo>
                    <a:pt x="7442" y="132"/>
                    <a:pt x="7311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4"/>
            <p:cNvSpPr/>
            <p:nvPr/>
          </p:nvSpPr>
          <p:spPr>
            <a:xfrm>
              <a:off x="1590638" y="2834153"/>
              <a:ext cx="88501" cy="84754"/>
            </a:xfrm>
            <a:custGeom>
              <a:rect b="b" l="l" r="r" t="t"/>
              <a:pathLst>
                <a:path extrusionOk="0" h="2669" w="2787">
                  <a:moveTo>
                    <a:pt x="1358" y="488"/>
                  </a:moveTo>
                  <a:lnTo>
                    <a:pt x="1596" y="977"/>
                  </a:lnTo>
                  <a:cubicBezTo>
                    <a:pt x="1632" y="1036"/>
                    <a:pt x="1668" y="1072"/>
                    <a:pt x="1751" y="1084"/>
                  </a:cubicBezTo>
                  <a:lnTo>
                    <a:pt x="2299" y="1155"/>
                  </a:lnTo>
                  <a:lnTo>
                    <a:pt x="1929" y="1548"/>
                  </a:lnTo>
                  <a:cubicBezTo>
                    <a:pt x="1882" y="1596"/>
                    <a:pt x="1870" y="1655"/>
                    <a:pt x="1870" y="1715"/>
                  </a:cubicBezTo>
                  <a:lnTo>
                    <a:pt x="1953" y="2263"/>
                  </a:lnTo>
                  <a:lnTo>
                    <a:pt x="1465" y="2012"/>
                  </a:lnTo>
                  <a:cubicBezTo>
                    <a:pt x="1429" y="1989"/>
                    <a:pt x="1406" y="1989"/>
                    <a:pt x="1370" y="1989"/>
                  </a:cubicBezTo>
                  <a:cubicBezTo>
                    <a:pt x="1346" y="1989"/>
                    <a:pt x="1310" y="1989"/>
                    <a:pt x="1287" y="2012"/>
                  </a:cubicBezTo>
                  <a:lnTo>
                    <a:pt x="798" y="2263"/>
                  </a:lnTo>
                  <a:lnTo>
                    <a:pt x="882" y="1715"/>
                  </a:lnTo>
                  <a:cubicBezTo>
                    <a:pt x="894" y="1655"/>
                    <a:pt x="870" y="1596"/>
                    <a:pt x="822" y="1548"/>
                  </a:cubicBezTo>
                  <a:lnTo>
                    <a:pt x="417" y="1155"/>
                  </a:lnTo>
                  <a:lnTo>
                    <a:pt x="977" y="1084"/>
                  </a:lnTo>
                  <a:cubicBezTo>
                    <a:pt x="1036" y="1072"/>
                    <a:pt x="1096" y="1036"/>
                    <a:pt x="1120" y="977"/>
                  </a:cubicBezTo>
                  <a:lnTo>
                    <a:pt x="1358" y="488"/>
                  </a:lnTo>
                  <a:close/>
                  <a:moveTo>
                    <a:pt x="1406" y="0"/>
                  </a:moveTo>
                  <a:cubicBezTo>
                    <a:pt x="1334" y="0"/>
                    <a:pt x="1275" y="48"/>
                    <a:pt x="1239" y="107"/>
                  </a:cubicBezTo>
                  <a:lnTo>
                    <a:pt x="917" y="774"/>
                  </a:lnTo>
                  <a:lnTo>
                    <a:pt x="179" y="881"/>
                  </a:lnTo>
                  <a:cubicBezTo>
                    <a:pt x="108" y="893"/>
                    <a:pt x="48" y="941"/>
                    <a:pt x="36" y="1012"/>
                  </a:cubicBezTo>
                  <a:cubicBezTo>
                    <a:pt x="1" y="1084"/>
                    <a:pt x="36" y="1155"/>
                    <a:pt x="84" y="1203"/>
                  </a:cubicBezTo>
                  <a:lnTo>
                    <a:pt x="620" y="1727"/>
                  </a:lnTo>
                  <a:lnTo>
                    <a:pt x="501" y="2453"/>
                  </a:lnTo>
                  <a:cubicBezTo>
                    <a:pt x="477" y="2524"/>
                    <a:pt x="513" y="2608"/>
                    <a:pt x="572" y="2632"/>
                  </a:cubicBezTo>
                  <a:cubicBezTo>
                    <a:pt x="604" y="2657"/>
                    <a:pt x="639" y="2669"/>
                    <a:pt x="674" y="2669"/>
                  </a:cubicBezTo>
                  <a:cubicBezTo>
                    <a:pt x="705" y="2669"/>
                    <a:pt x="735" y="2660"/>
                    <a:pt x="763" y="2644"/>
                  </a:cubicBezTo>
                  <a:lnTo>
                    <a:pt x="1417" y="2310"/>
                  </a:lnTo>
                  <a:lnTo>
                    <a:pt x="2072" y="2644"/>
                  </a:lnTo>
                  <a:cubicBezTo>
                    <a:pt x="2108" y="2667"/>
                    <a:pt x="2132" y="2667"/>
                    <a:pt x="2168" y="2667"/>
                  </a:cubicBezTo>
                  <a:cubicBezTo>
                    <a:pt x="2203" y="2667"/>
                    <a:pt x="2239" y="2644"/>
                    <a:pt x="2263" y="2632"/>
                  </a:cubicBezTo>
                  <a:cubicBezTo>
                    <a:pt x="2322" y="2584"/>
                    <a:pt x="2358" y="2513"/>
                    <a:pt x="2346" y="2453"/>
                  </a:cubicBezTo>
                  <a:lnTo>
                    <a:pt x="2227" y="1727"/>
                  </a:lnTo>
                  <a:lnTo>
                    <a:pt x="2763" y="1203"/>
                  </a:lnTo>
                  <a:cubicBezTo>
                    <a:pt x="2775" y="1155"/>
                    <a:pt x="2787" y="1084"/>
                    <a:pt x="2775" y="1012"/>
                  </a:cubicBezTo>
                  <a:cubicBezTo>
                    <a:pt x="2739" y="941"/>
                    <a:pt x="2703" y="893"/>
                    <a:pt x="2620" y="881"/>
                  </a:cubicBezTo>
                  <a:lnTo>
                    <a:pt x="1894" y="774"/>
                  </a:lnTo>
                  <a:lnTo>
                    <a:pt x="1572" y="107"/>
                  </a:lnTo>
                  <a:cubicBezTo>
                    <a:pt x="1537" y="48"/>
                    <a:pt x="1465" y="0"/>
                    <a:pt x="1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79" name="Google Shape;47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1828" y="4238442"/>
            <a:ext cx="868475" cy="236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5"/>
          <p:cNvSpPr txBox="1"/>
          <p:nvPr>
            <p:ph type="title"/>
          </p:nvPr>
        </p:nvSpPr>
        <p:spPr>
          <a:xfrm>
            <a:off x="948325" y="1409875"/>
            <a:ext cx="48633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</a:t>
            </a:r>
            <a:endParaRPr/>
          </a:p>
        </p:txBody>
      </p:sp>
      <p:sp>
        <p:nvSpPr>
          <p:cNvPr id="485" name="Google Shape;485;p55"/>
          <p:cNvSpPr txBox="1"/>
          <p:nvPr>
            <p:ph idx="1" type="subTitle"/>
          </p:nvPr>
        </p:nvSpPr>
        <p:spPr>
          <a:xfrm>
            <a:off x="948325" y="2172700"/>
            <a:ext cx="4863300" cy="15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Herramienta versátil que ha quedado un poco deprecada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Dificultad instalando GUI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Buena opción en combinación con otras técnicas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