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los Text"/>
      <p:regular r:id="rId7"/>
      <p:bold r:id="rId8"/>
    </p:embeddedFont>
    <p:embeddedFont>
      <p:font typeface="Commissioner"/>
      <p:regular r:id="rId9"/>
      <p:bold r:id="rId10"/>
    </p:embeddedFont>
    <p:embeddedFont>
      <p:font typeface="Golos Text SemiBo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Commission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losText-regular.fntdata"/><Relationship Id="rId8" Type="http://schemas.openxmlformats.org/officeDocument/2006/relationships/font" Target="fonts/GolosText-bold.fntdata"/><Relationship Id="rId11" Type="http://schemas.openxmlformats.org/officeDocument/2006/relationships/font" Target="fonts/GolosTextSemiBold-regular.fntdata"/><Relationship Id="rId10" Type="http://schemas.openxmlformats.org/officeDocument/2006/relationships/font" Target="fonts/Commissioner-bold.fntdata"/><Relationship Id="rId12" Type="http://schemas.openxmlformats.org/officeDocument/2006/relationships/font" Target="fonts/GolosTex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0def794c2d_1_3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0def794c2d_1_3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332200"/>
            <a:ext cx="5004900" cy="19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512075" y="2036300"/>
            <a:ext cx="32052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12075" y="3573275"/>
            <a:ext cx="32052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13225" y="1139000"/>
            <a:ext cx="2789700" cy="16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713225" y="2810700"/>
            <a:ext cx="27897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49" name="Google Shape;49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253750" y="1670575"/>
            <a:ext cx="4636500" cy="18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2143050" y="1461775"/>
            <a:ext cx="48579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143050" y="2360663"/>
            <a:ext cx="4857900" cy="12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604400" y="1600075"/>
            <a:ext cx="5935200" cy="13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604400" y="2923675"/>
            <a:ext cx="5935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1" name="Google Shape;71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73" name="Google Shape;73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83150" y="1931831"/>
            <a:ext cx="7577700" cy="19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 flipH="1">
            <a:off x="4426725" y="2036300"/>
            <a:ext cx="32052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98" name="Google Shape;98;p15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 flipH="1">
            <a:off x="4426725" y="3573275"/>
            <a:ext cx="32052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6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113" name="Google Shape;113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22" name="Google Shape;122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" name="Google Shape;128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4035075" y="1441250"/>
            <a:ext cx="3428100" cy="1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4035075" y="2568000"/>
            <a:ext cx="34281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4" name="Google Shape;144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" name="Google Shape;145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6" name="Google Shape;146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948325" y="1409875"/>
            <a:ext cx="48633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948325" y="2172700"/>
            <a:ext cx="4863300" cy="15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22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2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3" name="Google Shape;153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1262175" y="1405950"/>
            <a:ext cx="26301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1262175" y="2545038"/>
            <a:ext cx="26301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61" name="Google Shape;161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4746788" y="1405950"/>
            <a:ext cx="26301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4746788" y="2545038"/>
            <a:ext cx="26301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6" name="Google Shape;166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67" name="Google Shape;167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68" name="Google Shape;168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71" name="Google Shape;171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180" name="Google Shape;180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4" name="Google Shape;184;p26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8" name="Google Shape;188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7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7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7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08" name="Google Shape;208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9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8" name="Google Shape;218;p29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9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0" name="Google Shape;220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4" name="Google Shape;224;p30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0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0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0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0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36" name="Google Shape;236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1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4" name="Google Shape;244;p31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8" name="Google Shape;248;p31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0" name="Google Shape;250;p31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2" name="Google Shape;252;p31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31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4" name="Google Shape;254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58" name="Google Shape;258;p32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259" name="Google Shape;259;p32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260" name="Google Shape;260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61" name="Google Shape;261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3" name="Google Shape;263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s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 by </a:t>
            </a:r>
            <a:r>
              <a:rPr b="1" lang="es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infographics &amp; images by </a:t>
            </a:r>
            <a:r>
              <a:rPr b="1" lang="es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" name="Google Shape;265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7" name="Google Shape;267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2" name="Google Shape;272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35"/>
          <p:cNvGrpSpPr/>
          <p:nvPr/>
        </p:nvGrpSpPr>
        <p:grpSpPr>
          <a:xfrm>
            <a:off x="-231775" y="2571750"/>
            <a:ext cx="9641250" cy="755400"/>
            <a:chOff x="-231775" y="2571750"/>
            <a:chExt cx="9641250" cy="755400"/>
          </a:xfrm>
        </p:grpSpPr>
        <p:sp>
          <p:nvSpPr>
            <p:cNvPr id="279" name="Google Shape;279;p35"/>
            <p:cNvSpPr/>
            <p:nvPr/>
          </p:nvSpPr>
          <p:spPr>
            <a:xfrm>
              <a:off x="0" y="2571750"/>
              <a:ext cx="9144000" cy="75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0" name="Google Shape;280;p35"/>
            <p:cNvCxnSpPr>
              <a:stCxn id="281" idx="1"/>
            </p:cNvCxnSpPr>
            <p:nvPr/>
          </p:nvCxnSpPr>
          <p:spPr>
            <a:xfrm rot="10800000">
              <a:off x="-231775" y="2949450"/>
              <a:ext cx="1643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" name="Google Shape;282;p35"/>
            <p:cNvCxnSpPr>
              <a:endCxn id="283" idx="3"/>
            </p:cNvCxnSpPr>
            <p:nvPr/>
          </p:nvCxnSpPr>
          <p:spPr>
            <a:xfrm rot="10800000">
              <a:off x="7584275" y="2949450"/>
              <a:ext cx="182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4" name="Google Shape;284;p3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con otras herramientas</a:t>
            </a:r>
            <a:endParaRPr/>
          </a:p>
        </p:txBody>
      </p:sp>
      <p:sp>
        <p:nvSpPr>
          <p:cNvPr id="285" name="Google Shape;285;p35"/>
          <p:cNvSpPr txBox="1"/>
          <p:nvPr>
            <p:ph idx="4294967295" type="subTitle"/>
          </p:nvPr>
        </p:nvSpPr>
        <p:spPr>
          <a:xfrm>
            <a:off x="630623" y="1746925"/>
            <a:ext cx="43689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Tools and Algorithms for the Construction and Analysis of Systems (2012 - Actualidad)</a:t>
            </a:r>
            <a:endParaRPr/>
          </a:p>
        </p:txBody>
      </p:sp>
      <p:sp>
        <p:nvSpPr>
          <p:cNvPr id="286" name="Google Shape;286;p35"/>
          <p:cNvSpPr txBox="1"/>
          <p:nvPr>
            <p:ph idx="4294967295" type="subTitle"/>
          </p:nvPr>
        </p:nvSpPr>
        <p:spPr>
          <a:xfrm>
            <a:off x="1593713" y="1309074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2200">
                <a:latin typeface="Golos Text"/>
                <a:ea typeface="Golos Text"/>
                <a:cs typeface="Golos Text"/>
                <a:sym typeface="Golos Text"/>
              </a:rPr>
              <a:t>SV-COMP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1" name="Google Shape;281;p35"/>
          <p:cNvSpPr txBox="1"/>
          <p:nvPr>
            <p:ph idx="4294967295" type="subTitle"/>
          </p:nvPr>
        </p:nvSpPr>
        <p:spPr>
          <a:xfrm>
            <a:off x="1411925" y="2687850"/>
            <a:ext cx="1238700" cy="5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000">
                <a:latin typeface="Golos Text"/>
                <a:ea typeface="Golos Text"/>
                <a:cs typeface="Golos Text"/>
                <a:sym typeface="Golos Text"/>
              </a:rPr>
              <a:t>2014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7" name="Google Shape;287;p35"/>
          <p:cNvSpPr txBox="1"/>
          <p:nvPr>
            <p:ph idx="4294967295" type="subTitle"/>
          </p:nvPr>
        </p:nvSpPr>
        <p:spPr>
          <a:xfrm>
            <a:off x="6030475" y="2687850"/>
            <a:ext cx="1238700" cy="5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000">
                <a:latin typeface="Golos Text"/>
                <a:ea typeface="Golos Text"/>
                <a:cs typeface="Golos Text"/>
                <a:sym typeface="Golos Text"/>
              </a:rPr>
              <a:t>2024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88" name="Google Shape;2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175" y="1437821"/>
            <a:ext cx="2160067" cy="6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1137" y="3507850"/>
            <a:ext cx="549878" cy="5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0500" y="4179700"/>
            <a:ext cx="955377" cy="35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35"/>
          <p:cNvGrpSpPr/>
          <p:nvPr/>
        </p:nvGrpSpPr>
        <p:grpSpPr>
          <a:xfrm>
            <a:off x="1390733" y="3606000"/>
            <a:ext cx="337334" cy="353599"/>
            <a:chOff x="853568" y="1975538"/>
            <a:chExt cx="337334" cy="353599"/>
          </a:xfrm>
        </p:grpSpPr>
        <p:sp>
          <p:nvSpPr>
            <p:cNvPr id="292" name="Google Shape;292;p35"/>
            <p:cNvSpPr/>
            <p:nvPr/>
          </p:nvSpPr>
          <p:spPr>
            <a:xfrm>
              <a:off x="853568" y="1975538"/>
              <a:ext cx="337334" cy="353599"/>
            </a:xfrm>
            <a:custGeom>
              <a:rect b="b" l="l" r="r" t="t"/>
              <a:pathLst>
                <a:path extrusionOk="0" h="11109" w="10598">
                  <a:moveTo>
                    <a:pt x="8180" y="322"/>
                  </a:moveTo>
                  <a:lnTo>
                    <a:pt x="5823" y="3596"/>
                  </a:lnTo>
                  <a:lnTo>
                    <a:pt x="5501" y="3132"/>
                  </a:lnTo>
                  <a:lnTo>
                    <a:pt x="7502" y="322"/>
                  </a:lnTo>
                  <a:close/>
                  <a:moveTo>
                    <a:pt x="9252" y="322"/>
                  </a:moveTo>
                  <a:lnTo>
                    <a:pt x="6371" y="4346"/>
                  </a:lnTo>
                  <a:lnTo>
                    <a:pt x="6049" y="3882"/>
                  </a:lnTo>
                  <a:lnTo>
                    <a:pt x="8597" y="322"/>
                  </a:lnTo>
                  <a:close/>
                  <a:moveTo>
                    <a:pt x="2072" y="322"/>
                  </a:moveTo>
                  <a:lnTo>
                    <a:pt x="4966" y="4358"/>
                  </a:lnTo>
                  <a:cubicBezTo>
                    <a:pt x="4906" y="4382"/>
                    <a:pt x="4859" y="4430"/>
                    <a:pt x="4811" y="4477"/>
                  </a:cubicBezTo>
                  <a:cubicBezTo>
                    <a:pt x="4750" y="4538"/>
                    <a:pt x="4652" y="4579"/>
                    <a:pt x="4557" y="4579"/>
                  </a:cubicBezTo>
                  <a:cubicBezTo>
                    <a:pt x="4521" y="4579"/>
                    <a:pt x="4486" y="4574"/>
                    <a:pt x="4454" y="4561"/>
                  </a:cubicBezTo>
                  <a:lnTo>
                    <a:pt x="1418" y="322"/>
                  </a:lnTo>
                  <a:close/>
                  <a:moveTo>
                    <a:pt x="3084" y="322"/>
                  </a:moveTo>
                  <a:lnTo>
                    <a:pt x="6121" y="4584"/>
                  </a:lnTo>
                  <a:cubicBezTo>
                    <a:pt x="6100" y="4589"/>
                    <a:pt x="6079" y="4591"/>
                    <a:pt x="6057" y="4591"/>
                  </a:cubicBezTo>
                  <a:cubicBezTo>
                    <a:pt x="5957" y="4591"/>
                    <a:pt x="5854" y="4546"/>
                    <a:pt x="5775" y="4477"/>
                  </a:cubicBezTo>
                  <a:cubicBezTo>
                    <a:pt x="5644" y="4346"/>
                    <a:pt x="5466" y="4287"/>
                    <a:pt x="5287" y="4287"/>
                  </a:cubicBezTo>
                  <a:lnTo>
                    <a:pt x="2453" y="334"/>
                  </a:lnTo>
                  <a:lnTo>
                    <a:pt x="3084" y="334"/>
                  </a:lnTo>
                  <a:lnTo>
                    <a:pt x="3084" y="322"/>
                  </a:lnTo>
                  <a:close/>
                  <a:moveTo>
                    <a:pt x="1013" y="322"/>
                  </a:moveTo>
                  <a:lnTo>
                    <a:pt x="4025" y="4537"/>
                  </a:lnTo>
                  <a:cubicBezTo>
                    <a:pt x="3858" y="4584"/>
                    <a:pt x="3716" y="4668"/>
                    <a:pt x="3608" y="4823"/>
                  </a:cubicBezTo>
                  <a:lnTo>
                    <a:pt x="394" y="322"/>
                  </a:lnTo>
                  <a:close/>
                  <a:moveTo>
                    <a:pt x="10216" y="322"/>
                  </a:moveTo>
                  <a:lnTo>
                    <a:pt x="7002" y="4823"/>
                  </a:lnTo>
                  <a:cubicBezTo>
                    <a:pt x="6906" y="4680"/>
                    <a:pt x="6775" y="4596"/>
                    <a:pt x="6633" y="4549"/>
                  </a:cubicBezTo>
                  <a:lnTo>
                    <a:pt x="9645" y="322"/>
                  </a:lnTo>
                  <a:close/>
                  <a:moveTo>
                    <a:pt x="5268" y="4599"/>
                  </a:moveTo>
                  <a:cubicBezTo>
                    <a:pt x="5362" y="4599"/>
                    <a:pt x="5454" y="4638"/>
                    <a:pt x="5525" y="4715"/>
                  </a:cubicBezTo>
                  <a:cubicBezTo>
                    <a:pt x="5652" y="4842"/>
                    <a:pt x="5822" y="4911"/>
                    <a:pt x="5994" y="4911"/>
                  </a:cubicBezTo>
                  <a:cubicBezTo>
                    <a:pt x="6081" y="4911"/>
                    <a:pt x="6168" y="4894"/>
                    <a:pt x="6252" y="4858"/>
                  </a:cubicBezTo>
                  <a:cubicBezTo>
                    <a:pt x="6295" y="4843"/>
                    <a:pt x="6338" y="4836"/>
                    <a:pt x="6380" y="4836"/>
                  </a:cubicBezTo>
                  <a:cubicBezTo>
                    <a:pt x="6534" y="4836"/>
                    <a:pt x="6672" y="4932"/>
                    <a:pt x="6728" y="5073"/>
                  </a:cubicBezTo>
                  <a:cubicBezTo>
                    <a:pt x="6728" y="5084"/>
                    <a:pt x="6752" y="5096"/>
                    <a:pt x="6752" y="5120"/>
                  </a:cubicBezTo>
                  <a:cubicBezTo>
                    <a:pt x="6823" y="5311"/>
                    <a:pt x="6954" y="5382"/>
                    <a:pt x="6954" y="5382"/>
                  </a:cubicBezTo>
                  <a:cubicBezTo>
                    <a:pt x="7109" y="5454"/>
                    <a:pt x="7240" y="5513"/>
                    <a:pt x="7371" y="5513"/>
                  </a:cubicBezTo>
                  <a:cubicBezTo>
                    <a:pt x="7561" y="5537"/>
                    <a:pt x="7728" y="5692"/>
                    <a:pt x="7716" y="5906"/>
                  </a:cubicBezTo>
                  <a:cubicBezTo>
                    <a:pt x="7704" y="6168"/>
                    <a:pt x="7847" y="6430"/>
                    <a:pt x="8085" y="6561"/>
                  </a:cubicBezTo>
                  <a:cubicBezTo>
                    <a:pt x="8264" y="6644"/>
                    <a:pt x="8335" y="6870"/>
                    <a:pt x="8252" y="7049"/>
                  </a:cubicBezTo>
                  <a:cubicBezTo>
                    <a:pt x="8133" y="7287"/>
                    <a:pt x="8157" y="7585"/>
                    <a:pt x="8323" y="7799"/>
                  </a:cubicBezTo>
                  <a:cubicBezTo>
                    <a:pt x="8442" y="7954"/>
                    <a:pt x="8430" y="8180"/>
                    <a:pt x="8264" y="8311"/>
                  </a:cubicBezTo>
                  <a:cubicBezTo>
                    <a:pt x="8061" y="8490"/>
                    <a:pt x="7966" y="8763"/>
                    <a:pt x="8026" y="9025"/>
                  </a:cubicBezTo>
                  <a:cubicBezTo>
                    <a:pt x="8073" y="9228"/>
                    <a:pt x="7966" y="9430"/>
                    <a:pt x="7776" y="9478"/>
                  </a:cubicBezTo>
                  <a:cubicBezTo>
                    <a:pt x="7502" y="9549"/>
                    <a:pt x="7311" y="9775"/>
                    <a:pt x="7264" y="10026"/>
                  </a:cubicBezTo>
                  <a:cubicBezTo>
                    <a:pt x="7242" y="10196"/>
                    <a:pt x="7087" y="10329"/>
                    <a:pt x="6909" y="10329"/>
                  </a:cubicBezTo>
                  <a:cubicBezTo>
                    <a:pt x="6889" y="10329"/>
                    <a:pt x="6868" y="10327"/>
                    <a:pt x="6847" y="10323"/>
                  </a:cubicBezTo>
                  <a:cubicBezTo>
                    <a:pt x="6809" y="10316"/>
                    <a:pt x="6770" y="10313"/>
                    <a:pt x="6732" y="10313"/>
                  </a:cubicBezTo>
                  <a:cubicBezTo>
                    <a:pt x="6508" y="10313"/>
                    <a:pt x="6290" y="10429"/>
                    <a:pt x="6168" y="10633"/>
                  </a:cubicBezTo>
                  <a:cubicBezTo>
                    <a:pt x="6100" y="10740"/>
                    <a:pt x="5977" y="10802"/>
                    <a:pt x="5854" y="10802"/>
                  </a:cubicBezTo>
                  <a:cubicBezTo>
                    <a:pt x="5785" y="10802"/>
                    <a:pt x="5716" y="10783"/>
                    <a:pt x="5656" y="10740"/>
                  </a:cubicBezTo>
                  <a:cubicBezTo>
                    <a:pt x="5537" y="10668"/>
                    <a:pt x="5418" y="10633"/>
                    <a:pt x="5287" y="10633"/>
                  </a:cubicBezTo>
                  <a:cubicBezTo>
                    <a:pt x="5156" y="10633"/>
                    <a:pt x="5025" y="10668"/>
                    <a:pt x="4918" y="10740"/>
                  </a:cubicBezTo>
                  <a:cubicBezTo>
                    <a:pt x="4858" y="10779"/>
                    <a:pt x="4788" y="10797"/>
                    <a:pt x="4719" y="10797"/>
                  </a:cubicBezTo>
                  <a:cubicBezTo>
                    <a:pt x="4596" y="10797"/>
                    <a:pt x="4475" y="10739"/>
                    <a:pt x="4406" y="10633"/>
                  </a:cubicBezTo>
                  <a:cubicBezTo>
                    <a:pt x="4275" y="10437"/>
                    <a:pt x="4035" y="10320"/>
                    <a:pt x="3794" y="10320"/>
                  </a:cubicBezTo>
                  <a:cubicBezTo>
                    <a:pt x="3772" y="10320"/>
                    <a:pt x="3750" y="10321"/>
                    <a:pt x="3727" y="10323"/>
                  </a:cubicBezTo>
                  <a:cubicBezTo>
                    <a:pt x="3708" y="10327"/>
                    <a:pt x="3688" y="10329"/>
                    <a:pt x="3668" y="10329"/>
                  </a:cubicBezTo>
                  <a:cubicBezTo>
                    <a:pt x="3497" y="10329"/>
                    <a:pt x="3332" y="10196"/>
                    <a:pt x="3311" y="10026"/>
                  </a:cubicBezTo>
                  <a:cubicBezTo>
                    <a:pt x="3263" y="9764"/>
                    <a:pt x="3073" y="9537"/>
                    <a:pt x="2799" y="9478"/>
                  </a:cubicBezTo>
                  <a:cubicBezTo>
                    <a:pt x="2608" y="9418"/>
                    <a:pt x="2489" y="9228"/>
                    <a:pt x="2549" y="9025"/>
                  </a:cubicBezTo>
                  <a:cubicBezTo>
                    <a:pt x="2620" y="8763"/>
                    <a:pt x="2537" y="8490"/>
                    <a:pt x="2311" y="8311"/>
                  </a:cubicBezTo>
                  <a:cubicBezTo>
                    <a:pt x="2168" y="8180"/>
                    <a:pt x="2132" y="7954"/>
                    <a:pt x="2251" y="7799"/>
                  </a:cubicBezTo>
                  <a:cubicBezTo>
                    <a:pt x="2418" y="7585"/>
                    <a:pt x="2442" y="7287"/>
                    <a:pt x="2322" y="7049"/>
                  </a:cubicBezTo>
                  <a:cubicBezTo>
                    <a:pt x="2239" y="6870"/>
                    <a:pt x="2311" y="6644"/>
                    <a:pt x="2489" y="6561"/>
                  </a:cubicBezTo>
                  <a:cubicBezTo>
                    <a:pt x="2727" y="6442"/>
                    <a:pt x="2882" y="6192"/>
                    <a:pt x="2858" y="5906"/>
                  </a:cubicBezTo>
                  <a:cubicBezTo>
                    <a:pt x="2846" y="5715"/>
                    <a:pt x="3013" y="5537"/>
                    <a:pt x="3204" y="5513"/>
                  </a:cubicBezTo>
                  <a:cubicBezTo>
                    <a:pt x="3418" y="5501"/>
                    <a:pt x="3608" y="5394"/>
                    <a:pt x="3727" y="5215"/>
                  </a:cubicBezTo>
                  <a:lnTo>
                    <a:pt x="3727" y="5204"/>
                  </a:lnTo>
                  <a:cubicBezTo>
                    <a:pt x="3751" y="5156"/>
                    <a:pt x="3787" y="5120"/>
                    <a:pt x="3799" y="5073"/>
                  </a:cubicBezTo>
                  <a:cubicBezTo>
                    <a:pt x="3854" y="4925"/>
                    <a:pt x="3995" y="4835"/>
                    <a:pt x="4145" y="4835"/>
                  </a:cubicBezTo>
                  <a:cubicBezTo>
                    <a:pt x="4188" y="4835"/>
                    <a:pt x="4232" y="4842"/>
                    <a:pt x="4275" y="4858"/>
                  </a:cubicBezTo>
                  <a:cubicBezTo>
                    <a:pt x="4355" y="4889"/>
                    <a:pt x="4438" y="4903"/>
                    <a:pt x="4521" y="4903"/>
                  </a:cubicBezTo>
                  <a:cubicBezTo>
                    <a:pt x="4698" y="4903"/>
                    <a:pt x="4872" y="4837"/>
                    <a:pt x="5001" y="4715"/>
                  </a:cubicBezTo>
                  <a:cubicBezTo>
                    <a:pt x="5079" y="4638"/>
                    <a:pt x="5174" y="4599"/>
                    <a:pt x="5268" y="4599"/>
                  </a:cubicBezTo>
                  <a:close/>
                  <a:moveTo>
                    <a:pt x="298" y="0"/>
                  </a:moveTo>
                  <a:cubicBezTo>
                    <a:pt x="203" y="0"/>
                    <a:pt x="108" y="60"/>
                    <a:pt x="48" y="143"/>
                  </a:cubicBezTo>
                  <a:cubicBezTo>
                    <a:pt x="1" y="239"/>
                    <a:pt x="1" y="358"/>
                    <a:pt x="60" y="429"/>
                  </a:cubicBezTo>
                  <a:lnTo>
                    <a:pt x="3418" y="5096"/>
                  </a:lnTo>
                  <a:cubicBezTo>
                    <a:pt x="3358" y="5144"/>
                    <a:pt x="3275" y="5168"/>
                    <a:pt x="3204" y="5168"/>
                  </a:cubicBezTo>
                  <a:cubicBezTo>
                    <a:pt x="2834" y="5192"/>
                    <a:pt x="2537" y="5513"/>
                    <a:pt x="2549" y="5906"/>
                  </a:cubicBezTo>
                  <a:cubicBezTo>
                    <a:pt x="2549" y="6049"/>
                    <a:pt x="2477" y="6180"/>
                    <a:pt x="2358" y="6239"/>
                  </a:cubicBezTo>
                  <a:cubicBezTo>
                    <a:pt x="2013" y="6418"/>
                    <a:pt x="1882" y="6835"/>
                    <a:pt x="2061" y="7168"/>
                  </a:cubicBezTo>
                  <a:cubicBezTo>
                    <a:pt x="2120" y="7299"/>
                    <a:pt x="2108" y="7454"/>
                    <a:pt x="2013" y="7573"/>
                  </a:cubicBezTo>
                  <a:cubicBezTo>
                    <a:pt x="1775" y="7871"/>
                    <a:pt x="1822" y="8299"/>
                    <a:pt x="2120" y="8537"/>
                  </a:cubicBezTo>
                  <a:cubicBezTo>
                    <a:pt x="2215" y="8621"/>
                    <a:pt x="2275" y="8775"/>
                    <a:pt x="2239" y="8906"/>
                  </a:cubicBezTo>
                  <a:cubicBezTo>
                    <a:pt x="2132" y="9275"/>
                    <a:pt x="2358" y="9656"/>
                    <a:pt x="2727" y="9752"/>
                  </a:cubicBezTo>
                  <a:cubicBezTo>
                    <a:pt x="2858" y="9799"/>
                    <a:pt x="2965" y="9906"/>
                    <a:pt x="3001" y="10049"/>
                  </a:cubicBezTo>
                  <a:cubicBezTo>
                    <a:pt x="3056" y="10399"/>
                    <a:pt x="3361" y="10639"/>
                    <a:pt x="3697" y="10639"/>
                  </a:cubicBezTo>
                  <a:cubicBezTo>
                    <a:pt x="3727" y="10639"/>
                    <a:pt x="3757" y="10637"/>
                    <a:pt x="3787" y="10633"/>
                  </a:cubicBezTo>
                  <a:cubicBezTo>
                    <a:pt x="3799" y="10632"/>
                    <a:pt x="3811" y="10631"/>
                    <a:pt x="3823" y="10631"/>
                  </a:cubicBezTo>
                  <a:cubicBezTo>
                    <a:pt x="3953" y="10631"/>
                    <a:pt x="4079" y="10690"/>
                    <a:pt x="4144" y="10799"/>
                  </a:cubicBezTo>
                  <a:cubicBezTo>
                    <a:pt x="4274" y="10998"/>
                    <a:pt x="4502" y="11109"/>
                    <a:pt x="4731" y="11109"/>
                  </a:cubicBezTo>
                  <a:cubicBezTo>
                    <a:pt x="4858" y="11109"/>
                    <a:pt x="4986" y="11074"/>
                    <a:pt x="5097" y="11002"/>
                  </a:cubicBezTo>
                  <a:cubicBezTo>
                    <a:pt x="5156" y="10966"/>
                    <a:pt x="5228" y="10948"/>
                    <a:pt x="5299" y="10948"/>
                  </a:cubicBezTo>
                  <a:cubicBezTo>
                    <a:pt x="5370" y="10948"/>
                    <a:pt x="5442" y="10966"/>
                    <a:pt x="5501" y="11002"/>
                  </a:cubicBezTo>
                  <a:cubicBezTo>
                    <a:pt x="5621" y="11085"/>
                    <a:pt x="5740" y="11109"/>
                    <a:pt x="5871" y="11109"/>
                  </a:cubicBezTo>
                  <a:cubicBezTo>
                    <a:pt x="6097" y="11109"/>
                    <a:pt x="6311" y="11002"/>
                    <a:pt x="6454" y="10799"/>
                  </a:cubicBezTo>
                  <a:cubicBezTo>
                    <a:pt x="6519" y="10690"/>
                    <a:pt x="6645" y="10631"/>
                    <a:pt x="6775" y="10631"/>
                  </a:cubicBezTo>
                  <a:cubicBezTo>
                    <a:pt x="6787" y="10631"/>
                    <a:pt x="6799" y="10632"/>
                    <a:pt x="6811" y="10633"/>
                  </a:cubicBezTo>
                  <a:cubicBezTo>
                    <a:pt x="6848" y="10639"/>
                    <a:pt x="6884" y="10641"/>
                    <a:pt x="6920" y="10641"/>
                  </a:cubicBezTo>
                  <a:cubicBezTo>
                    <a:pt x="7248" y="10641"/>
                    <a:pt x="7543" y="10403"/>
                    <a:pt x="7597" y="10049"/>
                  </a:cubicBezTo>
                  <a:cubicBezTo>
                    <a:pt x="7621" y="9906"/>
                    <a:pt x="7728" y="9799"/>
                    <a:pt x="7859" y="9752"/>
                  </a:cubicBezTo>
                  <a:cubicBezTo>
                    <a:pt x="8240" y="9656"/>
                    <a:pt x="8442" y="9275"/>
                    <a:pt x="8359" y="8906"/>
                  </a:cubicBezTo>
                  <a:cubicBezTo>
                    <a:pt x="8323" y="8775"/>
                    <a:pt x="8371" y="8621"/>
                    <a:pt x="8478" y="8537"/>
                  </a:cubicBezTo>
                  <a:cubicBezTo>
                    <a:pt x="8776" y="8299"/>
                    <a:pt x="8811" y="7871"/>
                    <a:pt x="8573" y="7573"/>
                  </a:cubicBezTo>
                  <a:cubicBezTo>
                    <a:pt x="8490" y="7454"/>
                    <a:pt x="8478" y="7299"/>
                    <a:pt x="8538" y="7168"/>
                  </a:cubicBezTo>
                  <a:cubicBezTo>
                    <a:pt x="8692" y="6823"/>
                    <a:pt x="8561" y="6406"/>
                    <a:pt x="8240" y="6239"/>
                  </a:cubicBezTo>
                  <a:cubicBezTo>
                    <a:pt x="8097" y="6180"/>
                    <a:pt x="8026" y="6037"/>
                    <a:pt x="8037" y="5906"/>
                  </a:cubicBezTo>
                  <a:cubicBezTo>
                    <a:pt x="8061" y="5525"/>
                    <a:pt x="7776" y="5204"/>
                    <a:pt x="7383" y="5168"/>
                  </a:cubicBezTo>
                  <a:cubicBezTo>
                    <a:pt x="7311" y="5168"/>
                    <a:pt x="7240" y="5144"/>
                    <a:pt x="7180" y="5096"/>
                  </a:cubicBezTo>
                  <a:lnTo>
                    <a:pt x="10526" y="429"/>
                  </a:lnTo>
                  <a:cubicBezTo>
                    <a:pt x="10585" y="358"/>
                    <a:pt x="10597" y="251"/>
                    <a:pt x="10538" y="143"/>
                  </a:cubicBezTo>
                  <a:cubicBezTo>
                    <a:pt x="10490" y="60"/>
                    <a:pt x="10395" y="0"/>
                    <a:pt x="10288" y="0"/>
                  </a:cubicBezTo>
                  <a:lnTo>
                    <a:pt x="7478" y="0"/>
                  </a:lnTo>
                  <a:cubicBezTo>
                    <a:pt x="7383" y="0"/>
                    <a:pt x="7299" y="36"/>
                    <a:pt x="7252" y="120"/>
                  </a:cubicBezTo>
                  <a:lnTo>
                    <a:pt x="5287" y="2858"/>
                  </a:lnTo>
                  <a:lnTo>
                    <a:pt x="3335" y="120"/>
                  </a:lnTo>
                  <a:cubicBezTo>
                    <a:pt x="3299" y="36"/>
                    <a:pt x="3204" y="0"/>
                    <a:pt x="3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938458" y="2136979"/>
              <a:ext cx="166789" cy="76742"/>
            </a:xfrm>
            <a:custGeom>
              <a:rect b="b" l="l" r="r" t="t"/>
              <a:pathLst>
                <a:path extrusionOk="0" h="2411" w="5240">
                  <a:moveTo>
                    <a:pt x="2620" y="1"/>
                  </a:moveTo>
                  <a:cubicBezTo>
                    <a:pt x="2001" y="1"/>
                    <a:pt x="1370" y="227"/>
                    <a:pt x="894" y="643"/>
                  </a:cubicBezTo>
                  <a:cubicBezTo>
                    <a:pt x="417" y="1036"/>
                    <a:pt x="108" y="1608"/>
                    <a:pt x="13" y="2227"/>
                  </a:cubicBezTo>
                  <a:cubicBezTo>
                    <a:pt x="1" y="2322"/>
                    <a:pt x="60" y="2406"/>
                    <a:pt x="156" y="2406"/>
                  </a:cubicBezTo>
                  <a:lnTo>
                    <a:pt x="179" y="2406"/>
                  </a:lnTo>
                  <a:cubicBezTo>
                    <a:pt x="251" y="2406"/>
                    <a:pt x="334" y="2346"/>
                    <a:pt x="346" y="2275"/>
                  </a:cubicBezTo>
                  <a:cubicBezTo>
                    <a:pt x="429" y="1739"/>
                    <a:pt x="703" y="1251"/>
                    <a:pt x="1120" y="894"/>
                  </a:cubicBezTo>
                  <a:cubicBezTo>
                    <a:pt x="1537" y="536"/>
                    <a:pt x="2072" y="322"/>
                    <a:pt x="2620" y="322"/>
                  </a:cubicBezTo>
                  <a:cubicBezTo>
                    <a:pt x="3168" y="322"/>
                    <a:pt x="3704" y="524"/>
                    <a:pt x="4120" y="894"/>
                  </a:cubicBezTo>
                  <a:cubicBezTo>
                    <a:pt x="4537" y="1251"/>
                    <a:pt x="4811" y="1739"/>
                    <a:pt x="4894" y="2275"/>
                  </a:cubicBezTo>
                  <a:cubicBezTo>
                    <a:pt x="4904" y="2356"/>
                    <a:pt x="4975" y="2411"/>
                    <a:pt x="5040" y="2411"/>
                  </a:cubicBezTo>
                  <a:cubicBezTo>
                    <a:pt x="5051" y="2411"/>
                    <a:pt x="5062" y="2409"/>
                    <a:pt x="5073" y="2406"/>
                  </a:cubicBezTo>
                  <a:cubicBezTo>
                    <a:pt x="5180" y="2394"/>
                    <a:pt x="5240" y="2322"/>
                    <a:pt x="5228" y="2227"/>
                  </a:cubicBezTo>
                  <a:cubicBezTo>
                    <a:pt x="5132" y="1620"/>
                    <a:pt x="4823" y="1060"/>
                    <a:pt x="4347" y="643"/>
                  </a:cubicBezTo>
                  <a:cubicBezTo>
                    <a:pt x="3870" y="227"/>
                    <a:pt x="3263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938840" y="2227377"/>
              <a:ext cx="166407" cy="76774"/>
            </a:xfrm>
            <a:custGeom>
              <a:rect b="b" l="l" r="r" t="t"/>
              <a:pathLst>
                <a:path extrusionOk="0" h="2412" w="5228">
                  <a:moveTo>
                    <a:pt x="193" y="1"/>
                  </a:moveTo>
                  <a:cubicBezTo>
                    <a:pt x="181" y="1"/>
                    <a:pt x="168" y="3"/>
                    <a:pt x="155" y="6"/>
                  </a:cubicBezTo>
                  <a:cubicBezTo>
                    <a:pt x="60" y="18"/>
                    <a:pt x="1" y="101"/>
                    <a:pt x="24" y="197"/>
                  </a:cubicBezTo>
                  <a:cubicBezTo>
                    <a:pt x="108" y="804"/>
                    <a:pt x="417" y="1375"/>
                    <a:pt x="894" y="1768"/>
                  </a:cubicBezTo>
                  <a:cubicBezTo>
                    <a:pt x="1370" y="2185"/>
                    <a:pt x="1989" y="2411"/>
                    <a:pt x="2608" y="2411"/>
                  </a:cubicBezTo>
                  <a:cubicBezTo>
                    <a:pt x="3239" y="2411"/>
                    <a:pt x="3858" y="2185"/>
                    <a:pt x="4335" y="1768"/>
                  </a:cubicBezTo>
                  <a:cubicBezTo>
                    <a:pt x="4811" y="1375"/>
                    <a:pt x="5120" y="804"/>
                    <a:pt x="5216" y="185"/>
                  </a:cubicBezTo>
                  <a:cubicBezTo>
                    <a:pt x="5228" y="101"/>
                    <a:pt x="5168" y="18"/>
                    <a:pt x="5085" y="6"/>
                  </a:cubicBezTo>
                  <a:cubicBezTo>
                    <a:pt x="5070" y="3"/>
                    <a:pt x="5056" y="1"/>
                    <a:pt x="5043" y="1"/>
                  </a:cubicBezTo>
                  <a:cubicBezTo>
                    <a:pt x="4966" y="1"/>
                    <a:pt x="4906" y="56"/>
                    <a:pt x="4906" y="137"/>
                  </a:cubicBezTo>
                  <a:cubicBezTo>
                    <a:pt x="4811" y="673"/>
                    <a:pt x="4549" y="1161"/>
                    <a:pt x="4132" y="1518"/>
                  </a:cubicBezTo>
                  <a:cubicBezTo>
                    <a:pt x="3715" y="1875"/>
                    <a:pt x="3180" y="2090"/>
                    <a:pt x="2620" y="2090"/>
                  </a:cubicBezTo>
                  <a:cubicBezTo>
                    <a:pt x="2072" y="2090"/>
                    <a:pt x="1537" y="1887"/>
                    <a:pt x="1120" y="1518"/>
                  </a:cubicBezTo>
                  <a:cubicBezTo>
                    <a:pt x="703" y="1161"/>
                    <a:pt x="441" y="673"/>
                    <a:pt x="346" y="137"/>
                  </a:cubicBezTo>
                  <a:cubicBezTo>
                    <a:pt x="336" y="56"/>
                    <a:pt x="265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1007052" y="2185106"/>
              <a:ext cx="19003" cy="70153"/>
            </a:xfrm>
            <a:custGeom>
              <a:rect b="b" l="l" r="r" t="t"/>
              <a:pathLst>
                <a:path extrusionOk="0" h="2204" w="597">
                  <a:moveTo>
                    <a:pt x="453" y="1"/>
                  </a:moveTo>
                  <a:cubicBezTo>
                    <a:pt x="418" y="1"/>
                    <a:pt x="394" y="24"/>
                    <a:pt x="382" y="36"/>
                  </a:cubicBezTo>
                  <a:lnTo>
                    <a:pt x="60" y="334"/>
                  </a:lnTo>
                  <a:cubicBezTo>
                    <a:pt x="25" y="358"/>
                    <a:pt x="1" y="405"/>
                    <a:pt x="1" y="453"/>
                  </a:cubicBezTo>
                  <a:cubicBezTo>
                    <a:pt x="1" y="513"/>
                    <a:pt x="48" y="584"/>
                    <a:pt x="108" y="584"/>
                  </a:cubicBezTo>
                  <a:cubicBezTo>
                    <a:pt x="120" y="584"/>
                    <a:pt x="156" y="572"/>
                    <a:pt x="167" y="560"/>
                  </a:cubicBezTo>
                  <a:lnTo>
                    <a:pt x="275" y="417"/>
                  </a:lnTo>
                  <a:lnTo>
                    <a:pt x="275" y="2108"/>
                  </a:lnTo>
                  <a:cubicBezTo>
                    <a:pt x="275" y="2179"/>
                    <a:pt x="346" y="2203"/>
                    <a:pt x="441" y="2203"/>
                  </a:cubicBezTo>
                  <a:cubicBezTo>
                    <a:pt x="513" y="2203"/>
                    <a:pt x="596" y="2179"/>
                    <a:pt x="596" y="2108"/>
                  </a:cubicBezTo>
                  <a:lnTo>
                    <a:pt x="596" y="96"/>
                  </a:lnTo>
                  <a:cubicBezTo>
                    <a:pt x="584" y="48"/>
                    <a:pt x="513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6" name="Google Shape;29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2150" y="4238450"/>
            <a:ext cx="868475" cy="2361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35"/>
          <p:cNvGrpSpPr/>
          <p:nvPr/>
        </p:nvGrpSpPr>
        <p:grpSpPr>
          <a:xfrm>
            <a:off x="1390733" y="4238450"/>
            <a:ext cx="3968242" cy="406450"/>
            <a:chOff x="946708" y="4255900"/>
            <a:chExt cx="3968242" cy="406450"/>
          </a:xfrm>
        </p:grpSpPr>
        <p:grpSp>
          <p:nvGrpSpPr>
            <p:cNvPr id="298" name="Google Shape;298;p35"/>
            <p:cNvGrpSpPr/>
            <p:nvPr/>
          </p:nvGrpSpPr>
          <p:grpSpPr>
            <a:xfrm>
              <a:off x="946708" y="4255900"/>
              <a:ext cx="337334" cy="353599"/>
              <a:chOff x="853568" y="1975538"/>
              <a:chExt cx="337334" cy="353599"/>
            </a:xfrm>
          </p:grpSpPr>
          <p:sp>
            <p:nvSpPr>
              <p:cNvPr id="299" name="Google Shape;299;p35"/>
              <p:cNvSpPr/>
              <p:nvPr/>
            </p:nvSpPr>
            <p:spPr>
              <a:xfrm>
                <a:off x="853568" y="1975538"/>
                <a:ext cx="337334" cy="353599"/>
              </a:xfrm>
              <a:custGeom>
                <a:rect b="b" l="l" r="r" t="t"/>
                <a:pathLst>
                  <a:path extrusionOk="0" h="11109" w="10598">
                    <a:moveTo>
                      <a:pt x="8180" y="322"/>
                    </a:moveTo>
                    <a:lnTo>
                      <a:pt x="5823" y="3596"/>
                    </a:lnTo>
                    <a:lnTo>
                      <a:pt x="5501" y="3132"/>
                    </a:lnTo>
                    <a:lnTo>
                      <a:pt x="7502" y="322"/>
                    </a:lnTo>
                    <a:close/>
                    <a:moveTo>
                      <a:pt x="9252" y="322"/>
                    </a:moveTo>
                    <a:lnTo>
                      <a:pt x="6371" y="4346"/>
                    </a:lnTo>
                    <a:lnTo>
                      <a:pt x="6049" y="3882"/>
                    </a:lnTo>
                    <a:lnTo>
                      <a:pt x="8597" y="322"/>
                    </a:lnTo>
                    <a:close/>
                    <a:moveTo>
                      <a:pt x="2072" y="322"/>
                    </a:moveTo>
                    <a:lnTo>
                      <a:pt x="4966" y="4358"/>
                    </a:lnTo>
                    <a:cubicBezTo>
                      <a:pt x="4906" y="4382"/>
                      <a:pt x="4859" y="4430"/>
                      <a:pt x="4811" y="4477"/>
                    </a:cubicBezTo>
                    <a:cubicBezTo>
                      <a:pt x="4750" y="4538"/>
                      <a:pt x="4652" y="4579"/>
                      <a:pt x="4557" y="4579"/>
                    </a:cubicBezTo>
                    <a:cubicBezTo>
                      <a:pt x="4521" y="4579"/>
                      <a:pt x="4486" y="4574"/>
                      <a:pt x="4454" y="4561"/>
                    </a:cubicBezTo>
                    <a:lnTo>
                      <a:pt x="1418" y="322"/>
                    </a:lnTo>
                    <a:close/>
                    <a:moveTo>
                      <a:pt x="3084" y="322"/>
                    </a:moveTo>
                    <a:lnTo>
                      <a:pt x="6121" y="4584"/>
                    </a:lnTo>
                    <a:cubicBezTo>
                      <a:pt x="6100" y="4589"/>
                      <a:pt x="6079" y="4591"/>
                      <a:pt x="6057" y="4591"/>
                    </a:cubicBezTo>
                    <a:cubicBezTo>
                      <a:pt x="5957" y="4591"/>
                      <a:pt x="5854" y="4546"/>
                      <a:pt x="5775" y="4477"/>
                    </a:cubicBezTo>
                    <a:cubicBezTo>
                      <a:pt x="5644" y="4346"/>
                      <a:pt x="5466" y="4287"/>
                      <a:pt x="5287" y="4287"/>
                    </a:cubicBezTo>
                    <a:lnTo>
                      <a:pt x="2453" y="334"/>
                    </a:lnTo>
                    <a:lnTo>
                      <a:pt x="3084" y="334"/>
                    </a:lnTo>
                    <a:lnTo>
                      <a:pt x="3084" y="322"/>
                    </a:lnTo>
                    <a:close/>
                    <a:moveTo>
                      <a:pt x="1013" y="322"/>
                    </a:moveTo>
                    <a:lnTo>
                      <a:pt x="4025" y="4537"/>
                    </a:lnTo>
                    <a:cubicBezTo>
                      <a:pt x="3858" y="4584"/>
                      <a:pt x="3716" y="4668"/>
                      <a:pt x="3608" y="4823"/>
                    </a:cubicBezTo>
                    <a:lnTo>
                      <a:pt x="394" y="322"/>
                    </a:lnTo>
                    <a:close/>
                    <a:moveTo>
                      <a:pt x="10216" y="322"/>
                    </a:moveTo>
                    <a:lnTo>
                      <a:pt x="7002" y="4823"/>
                    </a:lnTo>
                    <a:cubicBezTo>
                      <a:pt x="6906" y="4680"/>
                      <a:pt x="6775" y="4596"/>
                      <a:pt x="6633" y="4549"/>
                    </a:cubicBezTo>
                    <a:lnTo>
                      <a:pt x="9645" y="322"/>
                    </a:lnTo>
                    <a:close/>
                    <a:moveTo>
                      <a:pt x="5268" y="4599"/>
                    </a:moveTo>
                    <a:cubicBezTo>
                      <a:pt x="5362" y="4599"/>
                      <a:pt x="5454" y="4638"/>
                      <a:pt x="5525" y="4715"/>
                    </a:cubicBezTo>
                    <a:cubicBezTo>
                      <a:pt x="5652" y="4842"/>
                      <a:pt x="5822" y="4911"/>
                      <a:pt x="5994" y="4911"/>
                    </a:cubicBezTo>
                    <a:cubicBezTo>
                      <a:pt x="6081" y="4911"/>
                      <a:pt x="6168" y="4894"/>
                      <a:pt x="6252" y="4858"/>
                    </a:cubicBezTo>
                    <a:cubicBezTo>
                      <a:pt x="6295" y="4843"/>
                      <a:pt x="6338" y="4836"/>
                      <a:pt x="6380" y="4836"/>
                    </a:cubicBezTo>
                    <a:cubicBezTo>
                      <a:pt x="6534" y="4836"/>
                      <a:pt x="6672" y="4932"/>
                      <a:pt x="6728" y="5073"/>
                    </a:cubicBezTo>
                    <a:cubicBezTo>
                      <a:pt x="6728" y="5084"/>
                      <a:pt x="6752" y="5096"/>
                      <a:pt x="6752" y="5120"/>
                    </a:cubicBezTo>
                    <a:cubicBezTo>
                      <a:pt x="6823" y="5311"/>
                      <a:pt x="6954" y="5382"/>
                      <a:pt x="6954" y="5382"/>
                    </a:cubicBezTo>
                    <a:cubicBezTo>
                      <a:pt x="7109" y="5454"/>
                      <a:pt x="7240" y="5513"/>
                      <a:pt x="7371" y="5513"/>
                    </a:cubicBezTo>
                    <a:cubicBezTo>
                      <a:pt x="7561" y="5537"/>
                      <a:pt x="7728" y="5692"/>
                      <a:pt x="7716" y="5906"/>
                    </a:cubicBezTo>
                    <a:cubicBezTo>
                      <a:pt x="7704" y="6168"/>
                      <a:pt x="7847" y="6430"/>
                      <a:pt x="8085" y="6561"/>
                    </a:cubicBezTo>
                    <a:cubicBezTo>
                      <a:pt x="8264" y="6644"/>
                      <a:pt x="8335" y="6870"/>
                      <a:pt x="8252" y="7049"/>
                    </a:cubicBezTo>
                    <a:cubicBezTo>
                      <a:pt x="8133" y="7287"/>
                      <a:pt x="8157" y="7585"/>
                      <a:pt x="8323" y="7799"/>
                    </a:cubicBezTo>
                    <a:cubicBezTo>
                      <a:pt x="8442" y="7954"/>
                      <a:pt x="8430" y="8180"/>
                      <a:pt x="8264" y="8311"/>
                    </a:cubicBezTo>
                    <a:cubicBezTo>
                      <a:pt x="8061" y="8490"/>
                      <a:pt x="7966" y="8763"/>
                      <a:pt x="8026" y="9025"/>
                    </a:cubicBezTo>
                    <a:cubicBezTo>
                      <a:pt x="8073" y="9228"/>
                      <a:pt x="7966" y="9430"/>
                      <a:pt x="7776" y="9478"/>
                    </a:cubicBezTo>
                    <a:cubicBezTo>
                      <a:pt x="7502" y="9549"/>
                      <a:pt x="7311" y="9775"/>
                      <a:pt x="7264" y="10026"/>
                    </a:cubicBezTo>
                    <a:cubicBezTo>
                      <a:pt x="7242" y="10196"/>
                      <a:pt x="7087" y="10329"/>
                      <a:pt x="6909" y="10329"/>
                    </a:cubicBezTo>
                    <a:cubicBezTo>
                      <a:pt x="6889" y="10329"/>
                      <a:pt x="6868" y="10327"/>
                      <a:pt x="6847" y="10323"/>
                    </a:cubicBezTo>
                    <a:cubicBezTo>
                      <a:pt x="6809" y="10316"/>
                      <a:pt x="6770" y="10313"/>
                      <a:pt x="6732" y="10313"/>
                    </a:cubicBezTo>
                    <a:cubicBezTo>
                      <a:pt x="6508" y="10313"/>
                      <a:pt x="6290" y="10429"/>
                      <a:pt x="6168" y="10633"/>
                    </a:cubicBezTo>
                    <a:cubicBezTo>
                      <a:pt x="6100" y="10740"/>
                      <a:pt x="5977" y="10802"/>
                      <a:pt x="5854" y="10802"/>
                    </a:cubicBezTo>
                    <a:cubicBezTo>
                      <a:pt x="5785" y="10802"/>
                      <a:pt x="5716" y="10783"/>
                      <a:pt x="5656" y="10740"/>
                    </a:cubicBezTo>
                    <a:cubicBezTo>
                      <a:pt x="5537" y="10668"/>
                      <a:pt x="5418" y="10633"/>
                      <a:pt x="5287" y="10633"/>
                    </a:cubicBezTo>
                    <a:cubicBezTo>
                      <a:pt x="5156" y="10633"/>
                      <a:pt x="5025" y="10668"/>
                      <a:pt x="4918" y="10740"/>
                    </a:cubicBezTo>
                    <a:cubicBezTo>
                      <a:pt x="4858" y="10779"/>
                      <a:pt x="4788" y="10797"/>
                      <a:pt x="4719" y="10797"/>
                    </a:cubicBezTo>
                    <a:cubicBezTo>
                      <a:pt x="4596" y="10797"/>
                      <a:pt x="4475" y="10739"/>
                      <a:pt x="4406" y="10633"/>
                    </a:cubicBezTo>
                    <a:cubicBezTo>
                      <a:pt x="4275" y="10437"/>
                      <a:pt x="4035" y="10320"/>
                      <a:pt x="3794" y="10320"/>
                    </a:cubicBezTo>
                    <a:cubicBezTo>
                      <a:pt x="3772" y="10320"/>
                      <a:pt x="3750" y="10321"/>
                      <a:pt x="3727" y="10323"/>
                    </a:cubicBezTo>
                    <a:cubicBezTo>
                      <a:pt x="3708" y="10327"/>
                      <a:pt x="3688" y="10329"/>
                      <a:pt x="3668" y="10329"/>
                    </a:cubicBezTo>
                    <a:cubicBezTo>
                      <a:pt x="3497" y="10329"/>
                      <a:pt x="3332" y="10196"/>
                      <a:pt x="3311" y="10026"/>
                    </a:cubicBezTo>
                    <a:cubicBezTo>
                      <a:pt x="3263" y="9764"/>
                      <a:pt x="3073" y="9537"/>
                      <a:pt x="2799" y="9478"/>
                    </a:cubicBezTo>
                    <a:cubicBezTo>
                      <a:pt x="2608" y="9418"/>
                      <a:pt x="2489" y="9228"/>
                      <a:pt x="2549" y="9025"/>
                    </a:cubicBezTo>
                    <a:cubicBezTo>
                      <a:pt x="2620" y="8763"/>
                      <a:pt x="2537" y="8490"/>
                      <a:pt x="2311" y="8311"/>
                    </a:cubicBezTo>
                    <a:cubicBezTo>
                      <a:pt x="2168" y="8180"/>
                      <a:pt x="2132" y="7954"/>
                      <a:pt x="2251" y="7799"/>
                    </a:cubicBezTo>
                    <a:cubicBezTo>
                      <a:pt x="2418" y="7585"/>
                      <a:pt x="2442" y="7287"/>
                      <a:pt x="2322" y="7049"/>
                    </a:cubicBezTo>
                    <a:cubicBezTo>
                      <a:pt x="2239" y="6870"/>
                      <a:pt x="2311" y="6644"/>
                      <a:pt x="2489" y="6561"/>
                    </a:cubicBezTo>
                    <a:cubicBezTo>
                      <a:pt x="2727" y="6442"/>
                      <a:pt x="2882" y="6192"/>
                      <a:pt x="2858" y="5906"/>
                    </a:cubicBezTo>
                    <a:cubicBezTo>
                      <a:pt x="2846" y="5715"/>
                      <a:pt x="3013" y="5537"/>
                      <a:pt x="3204" y="5513"/>
                    </a:cubicBezTo>
                    <a:cubicBezTo>
                      <a:pt x="3418" y="5501"/>
                      <a:pt x="3608" y="5394"/>
                      <a:pt x="3727" y="5215"/>
                    </a:cubicBezTo>
                    <a:lnTo>
                      <a:pt x="3727" y="5204"/>
                    </a:lnTo>
                    <a:cubicBezTo>
                      <a:pt x="3751" y="5156"/>
                      <a:pt x="3787" y="5120"/>
                      <a:pt x="3799" y="5073"/>
                    </a:cubicBezTo>
                    <a:cubicBezTo>
                      <a:pt x="3854" y="4925"/>
                      <a:pt x="3995" y="4835"/>
                      <a:pt x="4145" y="4835"/>
                    </a:cubicBezTo>
                    <a:cubicBezTo>
                      <a:pt x="4188" y="4835"/>
                      <a:pt x="4232" y="4842"/>
                      <a:pt x="4275" y="4858"/>
                    </a:cubicBezTo>
                    <a:cubicBezTo>
                      <a:pt x="4355" y="4889"/>
                      <a:pt x="4438" y="4903"/>
                      <a:pt x="4521" y="4903"/>
                    </a:cubicBezTo>
                    <a:cubicBezTo>
                      <a:pt x="4698" y="4903"/>
                      <a:pt x="4872" y="4837"/>
                      <a:pt x="5001" y="4715"/>
                    </a:cubicBezTo>
                    <a:cubicBezTo>
                      <a:pt x="5079" y="4638"/>
                      <a:pt x="5174" y="4599"/>
                      <a:pt x="5268" y="4599"/>
                    </a:cubicBezTo>
                    <a:close/>
                    <a:moveTo>
                      <a:pt x="298" y="0"/>
                    </a:moveTo>
                    <a:cubicBezTo>
                      <a:pt x="203" y="0"/>
                      <a:pt x="108" y="60"/>
                      <a:pt x="48" y="143"/>
                    </a:cubicBezTo>
                    <a:cubicBezTo>
                      <a:pt x="1" y="239"/>
                      <a:pt x="1" y="358"/>
                      <a:pt x="60" y="429"/>
                    </a:cubicBezTo>
                    <a:lnTo>
                      <a:pt x="3418" y="5096"/>
                    </a:lnTo>
                    <a:cubicBezTo>
                      <a:pt x="3358" y="5144"/>
                      <a:pt x="3275" y="5168"/>
                      <a:pt x="3204" y="5168"/>
                    </a:cubicBezTo>
                    <a:cubicBezTo>
                      <a:pt x="2834" y="5192"/>
                      <a:pt x="2537" y="5513"/>
                      <a:pt x="2549" y="5906"/>
                    </a:cubicBezTo>
                    <a:cubicBezTo>
                      <a:pt x="2549" y="6049"/>
                      <a:pt x="2477" y="6180"/>
                      <a:pt x="2358" y="6239"/>
                    </a:cubicBezTo>
                    <a:cubicBezTo>
                      <a:pt x="2013" y="6418"/>
                      <a:pt x="1882" y="6835"/>
                      <a:pt x="2061" y="7168"/>
                    </a:cubicBezTo>
                    <a:cubicBezTo>
                      <a:pt x="2120" y="7299"/>
                      <a:pt x="2108" y="7454"/>
                      <a:pt x="2013" y="7573"/>
                    </a:cubicBezTo>
                    <a:cubicBezTo>
                      <a:pt x="1775" y="7871"/>
                      <a:pt x="1822" y="8299"/>
                      <a:pt x="2120" y="8537"/>
                    </a:cubicBezTo>
                    <a:cubicBezTo>
                      <a:pt x="2215" y="8621"/>
                      <a:pt x="2275" y="8775"/>
                      <a:pt x="2239" y="8906"/>
                    </a:cubicBezTo>
                    <a:cubicBezTo>
                      <a:pt x="2132" y="9275"/>
                      <a:pt x="2358" y="9656"/>
                      <a:pt x="2727" y="9752"/>
                    </a:cubicBezTo>
                    <a:cubicBezTo>
                      <a:pt x="2858" y="9799"/>
                      <a:pt x="2965" y="9906"/>
                      <a:pt x="3001" y="10049"/>
                    </a:cubicBezTo>
                    <a:cubicBezTo>
                      <a:pt x="3056" y="10399"/>
                      <a:pt x="3361" y="10639"/>
                      <a:pt x="3697" y="10639"/>
                    </a:cubicBezTo>
                    <a:cubicBezTo>
                      <a:pt x="3727" y="10639"/>
                      <a:pt x="3757" y="10637"/>
                      <a:pt x="3787" y="10633"/>
                    </a:cubicBezTo>
                    <a:cubicBezTo>
                      <a:pt x="3799" y="10632"/>
                      <a:pt x="3811" y="10631"/>
                      <a:pt x="3823" y="10631"/>
                    </a:cubicBezTo>
                    <a:cubicBezTo>
                      <a:pt x="3953" y="10631"/>
                      <a:pt x="4079" y="10690"/>
                      <a:pt x="4144" y="10799"/>
                    </a:cubicBezTo>
                    <a:cubicBezTo>
                      <a:pt x="4274" y="10998"/>
                      <a:pt x="4502" y="11109"/>
                      <a:pt x="4731" y="11109"/>
                    </a:cubicBezTo>
                    <a:cubicBezTo>
                      <a:pt x="4858" y="11109"/>
                      <a:pt x="4986" y="11074"/>
                      <a:pt x="5097" y="11002"/>
                    </a:cubicBezTo>
                    <a:cubicBezTo>
                      <a:pt x="5156" y="10966"/>
                      <a:pt x="5228" y="10948"/>
                      <a:pt x="5299" y="10948"/>
                    </a:cubicBezTo>
                    <a:cubicBezTo>
                      <a:pt x="5370" y="10948"/>
                      <a:pt x="5442" y="10966"/>
                      <a:pt x="5501" y="11002"/>
                    </a:cubicBezTo>
                    <a:cubicBezTo>
                      <a:pt x="5621" y="11085"/>
                      <a:pt x="5740" y="11109"/>
                      <a:pt x="5871" y="11109"/>
                    </a:cubicBezTo>
                    <a:cubicBezTo>
                      <a:pt x="6097" y="11109"/>
                      <a:pt x="6311" y="11002"/>
                      <a:pt x="6454" y="10799"/>
                    </a:cubicBezTo>
                    <a:cubicBezTo>
                      <a:pt x="6519" y="10690"/>
                      <a:pt x="6645" y="10631"/>
                      <a:pt x="6775" y="10631"/>
                    </a:cubicBezTo>
                    <a:cubicBezTo>
                      <a:pt x="6787" y="10631"/>
                      <a:pt x="6799" y="10632"/>
                      <a:pt x="6811" y="10633"/>
                    </a:cubicBezTo>
                    <a:cubicBezTo>
                      <a:pt x="6848" y="10639"/>
                      <a:pt x="6884" y="10641"/>
                      <a:pt x="6920" y="10641"/>
                    </a:cubicBezTo>
                    <a:cubicBezTo>
                      <a:pt x="7248" y="10641"/>
                      <a:pt x="7543" y="10403"/>
                      <a:pt x="7597" y="10049"/>
                    </a:cubicBezTo>
                    <a:cubicBezTo>
                      <a:pt x="7621" y="9906"/>
                      <a:pt x="7728" y="9799"/>
                      <a:pt x="7859" y="9752"/>
                    </a:cubicBezTo>
                    <a:cubicBezTo>
                      <a:pt x="8240" y="9656"/>
                      <a:pt x="8442" y="9275"/>
                      <a:pt x="8359" y="8906"/>
                    </a:cubicBezTo>
                    <a:cubicBezTo>
                      <a:pt x="8323" y="8775"/>
                      <a:pt x="8371" y="8621"/>
                      <a:pt x="8478" y="8537"/>
                    </a:cubicBezTo>
                    <a:cubicBezTo>
                      <a:pt x="8776" y="8299"/>
                      <a:pt x="8811" y="7871"/>
                      <a:pt x="8573" y="7573"/>
                    </a:cubicBezTo>
                    <a:cubicBezTo>
                      <a:pt x="8490" y="7454"/>
                      <a:pt x="8478" y="7299"/>
                      <a:pt x="8538" y="7168"/>
                    </a:cubicBezTo>
                    <a:cubicBezTo>
                      <a:pt x="8692" y="6823"/>
                      <a:pt x="8561" y="6406"/>
                      <a:pt x="8240" y="6239"/>
                    </a:cubicBezTo>
                    <a:cubicBezTo>
                      <a:pt x="8097" y="6180"/>
                      <a:pt x="8026" y="6037"/>
                      <a:pt x="8037" y="5906"/>
                    </a:cubicBezTo>
                    <a:cubicBezTo>
                      <a:pt x="8061" y="5525"/>
                      <a:pt x="7776" y="5204"/>
                      <a:pt x="7383" y="5168"/>
                    </a:cubicBezTo>
                    <a:cubicBezTo>
                      <a:pt x="7311" y="5168"/>
                      <a:pt x="7240" y="5144"/>
                      <a:pt x="7180" y="5096"/>
                    </a:cubicBezTo>
                    <a:lnTo>
                      <a:pt x="10526" y="429"/>
                    </a:lnTo>
                    <a:cubicBezTo>
                      <a:pt x="10585" y="358"/>
                      <a:pt x="10597" y="251"/>
                      <a:pt x="10538" y="143"/>
                    </a:cubicBezTo>
                    <a:cubicBezTo>
                      <a:pt x="10490" y="60"/>
                      <a:pt x="10395" y="0"/>
                      <a:pt x="10288" y="0"/>
                    </a:cubicBezTo>
                    <a:lnTo>
                      <a:pt x="7478" y="0"/>
                    </a:lnTo>
                    <a:cubicBezTo>
                      <a:pt x="7383" y="0"/>
                      <a:pt x="7299" y="36"/>
                      <a:pt x="7252" y="120"/>
                    </a:cubicBezTo>
                    <a:lnTo>
                      <a:pt x="5287" y="2858"/>
                    </a:lnTo>
                    <a:lnTo>
                      <a:pt x="3335" y="120"/>
                    </a:lnTo>
                    <a:cubicBezTo>
                      <a:pt x="3299" y="36"/>
                      <a:pt x="3204" y="0"/>
                      <a:pt x="31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35"/>
              <p:cNvSpPr/>
              <p:nvPr/>
            </p:nvSpPr>
            <p:spPr>
              <a:xfrm>
                <a:off x="938458" y="2136979"/>
                <a:ext cx="166789" cy="76742"/>
              </a:xfrm>
              <a:custGeom>
                <a:rect b="b" l="l" r="r" t="t"/>
                <a:pathLst>
                  <a:path extrusionOk="0" h="2411" w="5240">
                    <a:moveTo>
                      <a:pt x="2620" y="1"/>
                    </a:moveTo>
                    <a:cubicBezTo>
                      <a:pt x="2001" y="1"/>
                      <a:pt x="1370" y="227"/>
                      <a:pt x="894" y="643"/>
                    </a:cubicBezTo>
                    <a:cubicBezTo>
                      <a:pt x="417" y="1036"/>
                      <a:pt x="108" y="1608"/>
                      <a:pt x="13" y="2227"/>
                    </a:cubicBezTo>
                    <a:cubicBezTo>
                      <a:pt x="1" y="2322"/>
                      <a:pt x="60" y="2406"/>
                      <a:pt x="156" y="2406"/>
                    </a:cubicBezTo>
                    <a:lnTo>
                      <a:pt x="179" y="2406"/>
                    </a:lnTo>
                    <a:cubicBezTo>
                      <a:pt x="251" y="2406"/>
                      <a:pt x="334" y="2346"/>
                      <a:pt x="346" y="2275"/>
                    </a:cubicBezTo>
                    <a:cubicBezTo>
                      <a:pt x="429" y="1739"/>
                      <a:pt x="703" y="1251"/>
                      <a:pt x="1120" y="894"/>
                    </a:cubicBezTo>
                    <a:cubicBezTo>
                      <a:pt x="1537" y="536"/>
                      <a:pt x="2072" y="322"/>
                      <a:pt x="2620" y="322"/>
                    </a:cubicBezTo>
                    <a:cubicBezTo>
                      <a:pt x="3168" y="322"/>
                      <a:pt x="3704" y="524"/>
                      <a:pt x="4120" y="894"/>
                    </a:cubicBezTo>
                    <a:cubicBezTo>
                      <a:pt x="4537" y="1251"/>
                      <a:pt x="4811" y="1739"/>
                      <a:pt x="4894" y="2275"/>
                    </a:cubicBezTo>
                    <a:cubicBezTo>
                      <a:pt x="4904" y="2356"/>
                      <a:pt x="4975" y="2411"/>
                      <a:pt x="5040" y="2411"/>
                    </a:cubicBezTo>
                    <a:cubicBezTo>
                      <a:pt x="5051" y="2411"/>
                      <a:pt x="5062" y="2409"/>
                      <a:pt x="5073" y="2406"/>
                    </a:cubicBezTo>
                    <a:cubicBezTo>
                      <a:pt x="5180" y="2394"/>
                      <a:pt x="5240" y="2322"/>
                      <a:pt x="5228" y="2227"/>
                    </a:cubicBezTo>
                    <a:cubicBezTo>
                      <a:pt x="5132" y="1620"/>
                      <a:pt x="4823" y="1060"/>
                      <a:pt x="4347" y="643"/>
                    </a:cubicBezTo>
                    <a:cubicBezTo>
                      <a:pt x="3870" y="227"/>
                      <a:pt x="3263" y="1"/>
                      <a:pt x="2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35"/>
              <p:cNvSpPr/>
              <p:nvPr/>
            </p:nvSpPr>
            <p:spPr>
              <a:xfrm>
                <a:off x="938840" y="2227377"/>
                <a:ext cx="166407" cy="76774"/>
              </a:xfrm>
              <a:custGeom>
                <a:rect b="b" l="l" r="r" t="t"/>
                <a:pathLst>
                  <a:path extrusionOk="0" h="2412" w="5228">
                    <a:moveTo>
                      <a:pt x="193" y="1"/>
                    </a:moveTo>
                    <a:cubicBezTo>
                      <a:pt x="181" y="1"/>
                      <a:pt x="168" y="3"/>
                      <a:pt x="155" y="6"/>
                    </a:cubicBezTo>
                    <a:cubicBezTo>
                      <a:pt x="60" y="18"/>
                      <a:pt x="1" y="101"/>
                      <a:pt x="24" y="197"/>
                    </a:cubicBezTo>
                    <a:cubicBezTo>
                      <a:pt x="108" y="804"/>
                      <a:pt x="417" y="1375"/>
                      <a:pt x="894" y="1768"/>
                    </a:cubicBezTo>
                    <a:cubicBezTo>
                      <a:pt x="1370" y="2185"/>
                      <a:pt x="1989" y="2411"/>
                      <a:pt x="2608" y="2411"/>
                    </a:cubicBezTo>
                    <a:cubicBezTo>
                      <a:pt x="3239" y="2411"/>
                      <a:pt x="3858" y="2185"/>
                      <a:pt x="4335" y="1768"/>
                    </a:cubicBezTo>
                    <a:cubicBezTo>
                      <a:pt x="4811" y="1375"/>
                      <a:pt x="5120" y="804"/>
                      <a:pt x="5216" y="185"/>
                    </a:cubicBezTo>
                    <a:cubicBezTo>
                      <a:pt x="5228" y="101"/>
                      <a:pt x="5168" y="18"/>
                      <a:pt x="5085" y="6"/>
                    </a:cubicBezTo>
                    <a:cubicBezTo>
                      <a:pt x="5070" y="3"/>
                      <a:pt x="5056" y="1"/>
                      <a:pt x="5043" y="1"/>
                    </a:cubicBezTo>
                    <a:cubicBezTo>
                      <a:pt x="4966" y="1"/>
                      <a:pt x="4906" y="56"/>
                      <a:pt x="4906" y="137"/>
                    </a:cubicBezTo>
                    <a:cubicBezTo>
                      <a:pt x="4811" y="673"/>
                      <a:pt x="4549" y="1161"/>
                      <a:pt x="4132" y="1518"/>
                    </a:cubicBezTo>
                    <a:cubicBezTo>
                      <a:pt x="3715" y="1875"/>
                      <a:pt x="3180" y="2090"/>
                      <a:pt x="2620" y="2090"/>
                    </a:cubicBezTo>
                    <a:cubicBezTo>
                      <a:pt x="2072" y="2090"/>
                      <a:pt x="1537" y="1887"/>
                      <a:pt x="1120" y="1518"/>
                    </a:cubicBezTo>
                    <a:cubicBezTo>
                      <a:pt x="703" y="1161"/>
                      <a:pt x="441" y="673"/>
                      <a:pt x="346" y="137"/>
                    </a:cubicBezTo>
                    <a:cubicBezTo>
                      <a:pt x="336" y="56"/>
                      <a:pt x="265" y="1"/>
                      <a:pt x="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2" name="Google Shape;302;p35"/>
            <p:cNvSpPr txBox="1"/>
            <p:nvPr/>
          </p:nvSpPr>
          <p:spPr>
            <a:xfrm>
              <a:off x="993350" y="4354550"/>
              <a:ext cx="3921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2</a:t>
              </a:r>
              <a:endParaRPr sz="8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grpSp>
        <p:nvGrpSpPr>
          <p:cNvPr id="303" name="Google Shape;303;p35"/>
          <p:cNvGrpSpPr/>
          <p:nvPr/>
        </p:nvGrpSpPr>
        <p:grpSpPr>
          <a:xfrm>
            <a:off x="5947333" y="3606000"/>
            <a:ext cx="337334" cy="353599"/>
            <a:chOff x="853568" y="1975538"/>
            <a:chExt cx="337334" cy="353599"/>
          </a:xfrm>
        </p:grpSpPr>
        <p:sp>
          <p:nvSpPr>
            <p:cNvPr id="304" name="Google Shape;304;p35"/>
            <p:cNvSpPr/>
            <p:nvPr/>
          </p:nvSpPr>
          <p:spPr>
            <a:xfrm>
              <a:off x="853568" y="1975538"/>
              <a:ext cx="337334" cy="353599"/>
            </a:xfrm>
            <a:custGeom>
              <a:rect b="b" l="l" r="r" t="t"/>
              <a:pathLst>
                <a:path extrusionOk="0" h="11109" w="10598">
                  <a:moveTo>
                    <a:pt x="8180" y="322"/>
                  </a:moveTo>
                  <a:lnTo>
                    <a:pt x="5823" y="3596"/>
                  </a:lnTo>
                  <a:lnTo>
                    <a:pt x="5501" y="3132"/>
                  </a:lnTo>
                  <a:lnTo>
                    <a:pt x="7502" y="322"/>
                  </a:lnTo>
                  <a:close/>
                  <a:moveTo>
                    <a:pt x="9252" y="322"/>
                  </a:moveTo>
                  <a:lnTo>
                    <a:pt x="6371" y="4346"/>
                  </a:lnTo>
                  <a:lnTo>
                    <a:pt x="6049" y="3882"/>
                  </a:lnTo>
                  <a:lnTo>
                    <a:pt x="8597" y="322"/>
                  </a:lnTo>
                  <a:close/>
                  <a:moveTo>
                    <a:pt x="2072" y="322"/>
                  </a:moveTo>
                  <a:lnTo>
                    <a:pt x="4966" y="4358"/>
                  </a:lnTo>
                  <a:cubicBezTo>
                    <a:pt x="4906" y="4382"/>
                    <a:pt x="4859" y="4430"/>
                    <a:pt x="4811" y="4477"/>
                  </a:cubicBezTo>
                  <a:cubicBezTo>
                    <a:pt x="4750" y="4538"/>
                    <a:pt x="4652" y="4579"/>
                    <a:pt x="4557" y="4579"/>
                  </a:cubicBezTo>
                  <a:cubicBezTo>
                    <a:pt x="4521" y="4579"/>
                    <a:pt x="4486" y="4574"/>
                    <a:pt x="4454" y="4561"/>
                  </a:cubicBezTo>
                  <a:lnTo>
                    <a:pt x="1418" y="322"/>
                  </a:lnTo>
                  <a:close/>
                  <a:moveTo>
                    <a:pt x="3084" y="322"/>
                  </a:moveTo>
                  <a:lnTo>
                    <a:pt x="6121" y="4584"/>
                  </a:lnTo>
                  <a:cubicBezTo>
                    <a:pt x="6100" y="4589"/>
                    <a:pt x="6079" y="4591"/>
                    <a:pt x="6057" y="4591"/>
                  </a:cubicBezTo>
                  <a:cubicBezTo>
                    <a:pt x="5957" y="4591"/>
                    <a:pt x="5854" y="4546"/>
                    <a:pt x="5775" y="4477"/>
                  </a:cubicBezTo>
                  <a:cubicBezTo>
                    <a:pt x="5644" y="4346"/>
                    <a:pt x="5466" y="4287"/>
                    <a:pt x="5287" y="4287"/>
                  </a:cubicBezTo>
                  <a:lnTo>
                    <a:pt x="2453" y="334"/>
                  </a:lnTo>
                  <a:lnTo>
                    <a:pt x="3084" y="334"/>
                  </a:lnTo>
                  <a:lnTo>
                    <a:pt x="3084" y="322"/>
                  </a:lnTo>
                  <a:close/>
                  <a:moveTo>
                    <a:pt x="1013" y="322"/>
                  </a:moveTo>
                  <a:lnTo>
                    <a:pt x="4025" y="4537"/>
                  </a:lnTo>
                  <a:cubicBezTo>
                    <a:pt x="3858" y="4584"/>
                    <a:pt x="3716" y="4668"/>
                    <a:pt x="3608" y="4823"/>
                  </a:cubicBezTo>
                  <a:lnTo>
                    <a:pt x="394" y="322"/>
                  </a:lnTo>
                  <a:close/>
                  <a:moveTo>
                    <a:pt x="10216" y="322"/>
                  </a:moveTo>
                  <a:lnTo>
                    <a:pt x="7002" y="4823"/>
                  </a:lnTo>
                  <a:cubicBezTo>
                    <a:pt x="6906" y="4680"/>
                    <a:pt x="6775" y="4596"/>
                    <a:pt x="6633" y="4549"/>
                  </a:cubicBezTo>
                  <a:lnTo>
                    <a:pt x="9645" y="322"/>
                  </a:lnTo>
                  <a:close/>
                  <a:moveTo>
                    <a:pt x="5268" y="4599"/>
                  </a:moveTo>
                  <a:cubicBezTo>
                    <a:pt x="5362" y="4599"/>
                    <a:pt x="5454" y="4638"/>
                    <a:pt x="5525" y="4715"/>
                  </a:cubicBezTo>
                  <a:cubicBezTo>
                    <a:pt x="5652" y="4842"/>
                    <a:pt x="5822" y="4911"/>
                    <a:pt x="5994" y="4911"/>
                  </a:cubicBezTo>
                  <a:cubicBezTo>
                    <a:pt x="6081" y="4911"/>
                    <a:pt x="6168" y="4894"/>
                    <a:pt x="6252" y="4858"/>
                  </a:cubicBezTo>
                  <a:cubicBezTo>
                    <a:pt x="6295" y="4843"/>
                    <a:pt x="6338" y="4836"/>
                    <a:pt x="6380" y="4836"/>
                  </a:cubicBezTo>
                  <a:cubicBezTo>
                    <a:pt x="6534" y="4836"/>
                    <a:pt x="6672" y="4932"/>
                    <a:pt x="6728" y="5073"/>
                  </a:cubicBezTo>
                  <a:cubicBezTo>
                    <a:pt x="6728" y="5084"/>
                    <a:pt x="6752" y="5096"/>
                    <a:pt x="6752" y="5120"/>
                  </a:cubicBezTo>
                  <a:cubicBezTo>
                    <a:pt x="6823" y="5311"/>
                    <a:pt x="6954" y="5382"/>
                    <a:pt x="6954" y="5382"/>
                  </a:cubicBezTo>
                  <a:cubicBezTo>
                    <a:pt x="7109" y="5454"/>
                    <a:pt x="7240" y="5513"/>
                    <a:pt x="7371" y="5513"/>
                  </a:cubicBezTo>
                  <a:cubicBezTo>
                    <a:pt x="7561" y="5537"/>
                    <a:pt x="7728" y="5692"/>
                    <a:pt x="7716" y="5906"/>
                  </a:cubicBezTo>
                  <a:cubicBezTo>
                    <a:pt x="7704" y="6168"/>
                    <a:pt x="7847" y="6430"/>
                    <a:pt x="8085" y="6561"/>
                  </a:cubicBezTo>
                  <a:cubicBezTo>
                    <a:pt x="8264" y="6644"/>
                    <a:pt x="8335" y="6870"/>
                    <a:pt x="8252" y="7049"/>
                  </a:cubicBezTo>
                  <a:cubicBezTo>
                    <a:pt x="8133" y="7287"/>
                    <a:pt x="8157" y="7585"/>
                    <a:pt x="8323" y="7799"/>
                  </a:cubicBezTo>
                  <a:cubicBezTo>
                    <a:pt x="8442" y="7954"/>
                    <a:pt x="8430" y="8180"/>
                    <a:pt x="8264" y="8311"/>
                  </a:cubicBezTo>
                  <a:cubicBezTo>
                    <a:pt x="8061" y="8490"/>
                    <a:pt x="7966" y="8763"/>
                    <a:pt x="8026" y="9025"/>
                  </a:cubicBezTo>
                  <a:cubicBezTo>
                    <a:pt x="8073" y="9228"/>
                    <a:pt x="7966" y="9430"/>
                    <a:pt x="7776" y="9478"/>
                  </a:cubicBezTo>
                  <a:cubicBezTo>
                    <a:pt x="7502" y="9549"/>
                    <a:pt x="7311" y="9775"/>
                    <a:pt x="7264" y="10026"/>
                  </a:cubicBezTo>
                  <a:cubicBezTo>
                    <a:pt x="7242" y="10196"/>
                    <a:pt x="7087" y="10329"/>
                    <a:pt x="6909" y="10329"/>
                  </a:cubicBezTo>
                  <a:cubicBezTo>
                    <a:pt x="6889" y="10329"/>
                    <a:pt x="6868" y="10327"/>
                    <a:pt x="6847" y="10323"/>
                  </a:cubicBezTo>
                  <a:cubicBezTo>
                    <a:pt x="6809" y="10316"/>
                    <a:pt x="6770" y="10313"/>
                    <a:pt x="6732" y="10313"/>
                  </a:cubicBezTo>
                  <a:cubicBezTo>
                    <a:pt x="6508" y="10313"/>
                    <a:pt x="6290" y="10429"/>
                    <a:pt x="6168" y="10633"/>
                  </a:cubicBezTo>
                  <a:cubicBezTo>
                    <a:pt x="6100" y="10740"/>
                    <a:pt x="5977" y="10802"/>
                    <a:pt x="5854" y="10802"/>
                  </a:cubicBezTo>
                  <a:cubicBezTo>
                    <a:pt x="5785" y="10802"/>
                    <a:pt x="5716" y="10783"/>
                    <a:pt x="5656" y="10740"/>
                  </a:cubicBezTo>
                  <a:cubicBezTo>
                    <a:pt x="5537" y="10668"/>
                    <a:pt x="5418" y="10633"/>
                    <a:pt x="5287" y="10633"/>
                  </a:cubicBezTo>
                  <a:cubicBezTo>
                    <a:pt x="5156" y="10633"/>
                    <a:pt x="5025" y="10668"/>
                    <a:pt x="4918" y="10740"/>
                  </a:cubicBezTo>
                  <a:cubicBezTo>
                    <a:pt x="4858" y="10779"/>
                    <a:pt x="4788" y="10797"/>
                    <a:pt x="4719" y="10797"/>
                  </a:cubicBezTo>
                  <a:cubicBezTo>
                    <a:pt x="4596" y="10797"/>
                    <a:pt x="4475" y="10739"/>
                    <a:pt x="4406" y="10633"/>
                  </a:cubicBezTo>
                  <a:cubicBezTo>
                    <a:pt x="4275" y="10437"/>
                    <a:pt x="4035" y="10320"/>
                    <a:pt x="3794" y="10320"/>
                  </a:cubicBezTo>
                  <a:cubicBezTo>
                    <a:pt x="3772" y="10320"/>
                    <a:pt x="3750" y="10321"/>
                    <a:pt x="3727" y="10323"/>
                  </a:cubicBezTo>
                  <a:cubicBezTo>
                    <a:pt x="3708" y="10327"/>
                    <a:pt x="3688" y="10329"/>
                    <a:pt x="3668" y="10329"/>
                  </a:cubicBezTo>
                  <a:cubicBezTo>
                    <a:pt x="3497" y="10329"/>
                    <a:pt x="3332" y="10196"/>
                    <a:pt x="3311" y="10026"/>
                  </a:cubicBezTo>
                  <a:cubicBezTo>
                    <a:pt x="3263" y="9764"/>
                    <a:pt x="3073" y="9537"/>
                    <a:pt x="2799" y="9478"/>
                  </a:cubicBezTo>
                  <a:cubicBezTo>
                    <a:pt x="2608" y="9418"/>
                    <a:pt x="2489" y="9228"/>
                    <a:pt x="2549" y="9025"/>
                  </a:cubicBezTo>
                  <a:cubicBezTo>
                    <a:pt x="2620" y="8763"/>
                    <a:pt x="2537" y="8490"/>
                    <a:pt x="2311" y="8311"/>
                  </a:cubicBezTo>
                  <a:cubicBezTo>
                    <a:pt x="2168" y="8180"/>
                    <a:pt x="2132" y="7954"/>
                    <a:pt x="2251" y="7799"/>
                  </a:cubicBezTo>
                  <a:cubicBezTo>
                    <a:pt x="2418" y="7585"/>
                    <a:pt x="2442" y="7287"/>
                    <a:pt x="2322" y="7049"/>
                  </a:cubicBezTo>
                  <a:cubicBezTo>
                    <a:pt x="2239" y="6870"/>
                    <a:pt x="2311" y="6644"/>
                    <a:pt x="2489" y="6561"/>
                  </a:cubicBezTo>
                  <a:cubicBezTo>
                    <a:pt x="2727" y="6442"/>
                    <a:pt x="2882" y="6192"/>
                    <a:pt x="2858" y="5906"/>
                  </a:cubicBezTo>
                  <a:cubicBezTo>
                    <a:pt x="2846" y="5715"/>
                    <a:pt x="3013" y="5537"/>
                    <a:pt x="3204" y="5513"/>
                  </a:cubicBezTo>
                  <a:cubicBezTo>
                    <a:pt x="3418" y="5501"/>
                    <a:pt x="3608" y="5394"/>
                    <a:pt x="3727" y="5215"/>
                  </a:cubicBezTo>
                  <a:lnTo>
                    <a:pt x="3727" y="5204"/>
                  </a:lnTo>
                  <a:cubicBezTo>
                    <a:pt x="3751" y="5156"/>
                    <a:pt x="3787" y="5120"/>
                    <a:pt x="3799" y="5073"/>
                  </a:cubicBezTo>
                  <a:cubicBezTo>
                    <a:pt x="3854" y="4925"/>
                    <a:pt x="3995" y="4835"/>
                    <a:pt x="4145" y="4835"/>
                  </a:cubicBezTo>
                  <a:cubicBezTo>
                    <a:pt x="4188" y="4835"/>
                    <a:pt x="4232" y="4842"/>
                    <a:pt x="4275" y="4858"/>
                  </a:cubicBezTo>
                  <a:cubicBezTo>
                    <a:pt x="4355" y="4889"/>
                    <a:pt x="4438" y="4903"/>
                    <a:pt x="4521" y="4903"/>
                  </a:cubicBezTo>
                  <a:cubicBezTo>
                    <a:pt x="4698" y="4903"/>
                    <a:pt x="4872" y="4837"/>
                    <a:pt x="5001" y="4715"/>
                  </a:cubicBezTo>
                  <a:cubicBezTo>
                    <a:pt x="5079" y="4638"/>
                    <a:pt x="5174" y="4599"/>
                    <a:pt x="5268" y="4599"/>
                  </a:cubicBezTo>
                  <a:close/>
                  <a:moveTo>
                    <a:pt x="298" y="0"/>
                  </a:moveTo>
                  <a:cubicBezTo>
                    <a:pt x="203" y="0"/>
                    <a:pt x="108" y="60"/>
                    <a:pt x="48" y="143"/>
                  </a:cubicBezTo>
                  <a:cubicBezTo>
                    <a:pt x="1" y="239"/>
                    <a:pt x="1" y="358"/>
                    <a:pt x="60" y="429"/>
                  </a:cubicBezTo>
                  <a:lnTo>
                    <a:pt x="3418" y="5096"/>
                  </a:lnTo>
                  <a:cubicBezTo>
                    <a:pt x="3358" y="5144"/>
                    <a:pt x="3275" y="5168"/>
                    <a:pt x="3204" y="5168"/>
                  </a:cubicBezTo>
                  <a:cubicBezTo>
                    <a:pt x="2834" y="5192"/>
                    <a:pt x="2537" y="5513"/>
                    <a:pt x="2549" y="5906"/>
                  </a:cubicBezTo>
                  <a:cubicBezTo>
                    <a:pt x="2549" y="6049"/>
                    <a:pt x="2477" y="6180"/>
                    <a:pt x="2358" y="6239"/>
                  </a:cubicBezTo>
                  <a:cubicBezTo>
                    <a:pt x="2013" y="6418"/>
                    <a:pt x="1882" y="6835"/>
                    <a:pt x="2061" y="7168"/>
                  </a:cubicBezTo>
                  <a:cubicBezTo>
                    <a:pt x="2120" y="7299"/>
                    <a:pt x="2108" y="7454"/>
                    <a:pt x="2013" y="7573"/>
                  </a:cubicBezTo>
                  <a:cubicBezTo>
                    <a:pt x="1775" y="7871"/>
                    <a:pt x="1822" y="8299"/>
                    <a:pt x="2120" y="8537"/>
                  </a:cubicBezTo>
                  <a:cubicBezTo>
                    <a:pt x="2215" y="8621"/>
                    <a:pt x="2275" y="8775"/>
                    <a:pt x="2239" y="8906"/>
                  </a:cubicBezTo>
                  <a:cubicBezTo>
                    <a:pt x="2132" y="9275"/>
                    <a:pt x="2358" y="9656"/>
                    <a:pt x="2727" y="9752"/>
                  </a:cubicBezTo>
                  <a:cubicBezTo>
                    <a:pt x="2858" y="9799"/>
                    <a:pt x="2965" y="9906"/>
                    <a:pt x="3001" y="10049"/>
                  </a:cubicBezTo>
                  <a:cubicBezTo>
                    <a:pt x="3056" y="10399"/>
                    <a:pt x="3361" y="10639"/>
                    <a:pt x="3697" y="10639"/>
                  </a:cubicBezTo>
                  <a:cubicBezTo>
                    <a:pt x="3727" y="10639"/>
                    <a:pt x="3757" y="10637"/>
                    <a:pt x="3787" y="10633"/>
                  </a:cubicBezTo>
                  <a:cubicBezTo>
                    <a:pt x="3799" y="10632"/>
                    <a:pt x="3811" y="10631"/>
                    <a:pt x="3823" y="10631"/>
                  </a:cubicBezTo>
                  <a:cubicBezTo>
                    <a:pt x="3953" y="10631"/>
                    <a:pt x="4079" y="10690"/>
                    <a:pt x="4144" y="10799"/>
                  </a:cubicBezTo>
                  <a:cubicBezTo>
                    <a:pt x="4274" y="10998"/>
                    <a:pt x="4502" y="11109"/>
                    <a:pt x="4731" y="11109"/>
                  </a:cubicBezTo>
                  <a:cubicBezTo>
                    <a:pt x="4858" y="11109"/>
                    <a:pt x="4986" y="11074"/>
                    <a:pt x="5097" y="11002"/>
                  </a:cubicBezTo>
                  <a:cubicBezTo>
                    <a:pt x="5156" y="10966"/>
                    <a:pt x="5228" y="10948"/>
                    <a:pt x="5299" y="10948"/>
                  </a:cubicBezTo>
                  <a:cubicBezTo>
                    <a:pt x="5370" y="10948"/>
                    <a:pt x="5442" y="10966"/>
                    <a:pt x="5501" y="11002"/>
                  </a:cubicBezTo>
                  <a:cubicBezTo>
                    <a:pt x="5621" y="11085"/>
                    <a:pt x="5740" y="11109"/>
                    <a:pt x="5871" y="11109"/>
                  </a:cubicBezTo>
                  <a:cubicBezTo>
                    <a:pt x="6097" y="11109"/>
                    <a:pt x="6311" y="11002"/>
                    <a:pt x="6454" y="10799"/>
                  </a:cubicBezTo>
                  <a:cubicBezTo>
                    <a:pt x="6519" y="10690"/>
                    <a:pt x="6645" y="10631"/>
                    <a:pt x="6775" y="10631"/>
                  </a:cubicBezTo>
                  <a:cubicBezTo>
                    <a:pt x="6787" y="10631"/>
                    <a:pt x="6799" y="10632"/>
                    <a:pt x="6811" y="10633"/>
                  </a:cubicBezTo>
                  <a:cubicBezTo>
                    <a:pt x="6848" y="10639"/>
                    <a:pt x="6884" y="10641"/>
                    <a:pt x="6920" y="10641"/>
                  </a:cubicBezTo>
                  <a:cubicBezTo>
                    <a:pt x="7248" y="10641"/>
                    <a:pt x="7543" y="10403"/>
                    <a:pt x="7597" y="10049"/>
                  </a:cubicBezTo>
                  <a:cubicBezTo>
                    <a:pt x="7621" y="9906"/>
                    <a:pt x="7728" y="9799"/>
                    <a:pt x="7859" y="9752"/>
                  </a:cubicBezTo>
                  <a:cubicBezTo>
                    <a:pt x="8240" y="9656"/>
                    <a:pt x="8442" y="9275"/>
                    <a:pt x="8359" y="8906"/>
                  </a:cubicBezTo>
                  <a:cubicBezTo>
                    <a:pt x="8323" y="8775"/>
                    <a:pt x="8371" y="8621"/>
                    <a:pt x="8478" y="8537"/>
                  </a:cubicBezTo>
                  <a:cubicBezTo>
                    <a:pt x="8776" y="8299"/>
                    <a:pt x="8811" y="7871"/>
                    <a:pt x="8573" y="7573"/>
                  </a:cubicBezTo>
                  <a:cubicBezTo>
                    <a:pt x="8490" y="7454"/>
                    <a:pt x="8478" y="7299"/>
                    <a:pt x="8538" y="7168"/>
                  </a:cubicBezTo>
                  <a:cubicBezTo>
                    <a:pt x="8692" y="6823"/>
                    <a:pt x="8561" y="6406"/>
                    <a:pt x="8240" y="6239"/>
                  </a:cubicBezTo>
                  <a:cubicBezTo>
                    <a:pt x="8097" y="6180"/>
                    <a:pt x="8026" y="6037"/>
                    <a:pt x="8037" y="5906"/>
                  </a:cubicBezTo>
                  <a:cubicBezTo>
                    <a:pt x="8061" y="5525"/>
                    <a:pt x="7776" y="5204"/>
                    <a:pt x="7383" y="5168"/>
                  </a:cubicBezTo>
                  <a:cubicBezTo>
                    <a:pt x="7311" y="5168"/>
                    <a:pt x="7240" y="5144"/>
                    <a:pt x="7180" y="5096"/>
                  </a:cubicBezTo>
                  <a:lnTo>
                    <a:pt x="10526" y="429"/>
                  </a:lnTo>
                  <a:cubicBezTo>
                    <a:pt x="10585" y="358"/>
                    <a:pt x="10597" y="251"/>
                    <a:pt x="10538" y="143"/>
                  </a:cubicBezTo>
                  <a:cubicBezTo>
                    <a:pt x="10490" y="60"/>
                    <a:pt x="10395" y="0"/>
                    <a:pt x="10288" y="0"/>
                  </a:cubicBezTo>
                  <a:lnTo>
                    <a:pt x="7478" y="0"/>
                  </a:lnTo>
                  <a:cubicBezTo>
                    <a:pt x="7383" y="0"/>
                    <a:pt x="7299" y="36"/>
                    <a:pt x="7252" y="120"/>
                  </a:cubicBezTo>
                  <a:lnTo>
                    <a:pt x="5287" y="2858"/>
                  </a:lnTo>
                  <a:lnTo>
                    <a:pt x="3335" y="120"/>
                  </a:lnTo>
                  <a:cubicBezTo>
                    <a:pt x="3299" y="36"/>
                    <a:pt x="3204" y="0"/>
                    <a:pt x="3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938458" y="2136979"/>
              <a:ext cx="166789" cy="76742"/>
            </a:xfrm>
            <a:custGeom>
              <a:rect b="b" l="l" r="r" t="t"/>
              <a:pathLst>
                <a:path extrusionOk="0" h="2411" w="5240">
                  <a:moveTo>
                    <a:pt x="2620" y="1"/>
                  </a:moveTo>
                  <a:cubicBezTo>
                    <a:pt x="2001" y="1"/>
                    <a:pt x="1370" y="227"/>
                    <a:pt x="894" y="643"/>
                  </a:cubicBezTo>
                  <a:cubicBezTo>
                    <a:pt x="417" y="1036"/>
                    <a:pt x="108" y="1608"/>
                    <a:pt x="13" y="2227"/>
                  </a:cubicBezTo>
                  <a:cubicBezTo>
                    <a:pt x="1" y="2322"/>
                    <a:pt x="60" y="2406"/>
                    <a:pt x="156" y="2406"/>
                  </a:cubicBezTo>
                  <a:lnTo>
                    <a:pt x="179" y="2406"/>
                  </a:lnTo>
                  <a:cubicBezTo>
                    <a:pt x="251" y="2406"/>
                    <a:pt x="334" y="2346"/>
                    <a:pt x="346" y="2275"/>
                  </a:cubicBezTo>
                  <a:cubicBezTo>
                    <a:pt x="429" y="1739"/>
                    <a:pt x="703" y="1251"/>
                    <a:pt x="1120" y="894"/>
                  </a:cubicBezTo>
                  <a:cubicBezTo>
                    <a:pt x="1537" y="536"/>
                    <a:pt x="2072" y="322"/>
                    <a:pt x="2620" y="322"/>
                  </a:cubicBezTo>
                  <a:cubicBezTo>
                    <a:pt x="3168" y="322"/>
                    <a:pt x="3704" y="524"/>
                    <a:pt x="4120" y="894"/>
                  </a:cubicBezTo>
                  <a:cubicBezTo>
                    <a:pt x="4537" y="1251"/>
                    <a:pt x="4811" y="1739"/>
                    <a:pt x="4894" y="2275"/>
                  </a:cubicBezTo>
                  <a:cubicBezTo>
                    <a:pt x="4904" y="2356"/>
                    <a:pt x="4975" y="2411"/>
                    <a:pt x="5040" y="2411"/>
                  </a:cubicBezTo>
                  <a:cubicBezTo>
                    <a:pt x="5051" y="2411"/>
                    <a:pt x="5062" y="2409"/>
                    <a:pt x="5073" y="2406"/>
                  </a:cubicBezTo>
                  <a:cubicBezTo>
                    <a:pt x="5180" y="2394"/>
                    <a:pt x="5240" y="2322"/>
                    <a:pt x="5228" y="2227"/>
                  </a:cubicBezTo>
                  <a:cubicBezTo>
                    <a:pt x="5132" y="1620"/>
                    <a:pt x="4823" y="1060"/>
                    <a:pt x="4347" y="643"/>
                  </a:cubicBezTo>
                  <a:cubicBezTo>
                    <a:pt x="3870" y="227"/>
                    <a:pt x="3263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938840" y="2227377"/>
              <a:ext cx="166407" cy="76774"/>
            </a:xfrm>
            <a:custGeom>
              <a:rect b="b" l="l" r="r" t="t"/>
              <a:pathLst>
                <a:path extrusionOk="0" h="2412" w="5228">
                  <a:moveTo>
                    <a:pt x="193" y="1"/>
                  </a:moveTo>
                  <a:cubicBezTo>
                    <a:pt x="181" y="1"/>
                    <a:pt x="168" y="3"/>
                    <a:pt x="155" y="6"/>
                  </a:cubicBezTo>
                  <a:cubicBezTo>
                    <a:pt x="60" y="18"/>
                    <a:pt x="1" y="101"/>
                    <a:pt x="24" y="197"/>
                  </a:cubicBezTo>
                  <a:cubicBezTo>
                    <a:pt x="108" y="804"/>
                    <a:pt x="417" y="1375"/>
                    <a:pt x="894" y="1768"/>
                  </a:cubicBezTo>
                  <a:cubicBezTo>
                    <a:pt x="1370" y="2185"/>
                    <a:pt x="1989" y="2411"/>
                    <a:pt x="2608" y="2411"/>
                  </a:cubicBezTo>
                  <a:cubicBezTo>
                    <a:pt x="3239" y="2411"/>
                    <a:pt x="3858" y="2185"/>
                    <a:pt x="4335" y="1768"/>
                  </a:cubicBezTo>
                  <a:cubicBezTo>
                    <a:pt x="4811" y="1375"/>
                    <a:pt x="5120" y="804"/>
                    <a:pt x="5216" y="185"/>
                  </a:cubicBezTo>
                  <a:cubicBezTo>
                    <a:pt x="5228" y="101"/>
                    <a:pt x="5168" y="18"/>
                    <a:pt x="5085" y="6"/>
                  </a:cubicBezTo>
                  <a:cubicBezTo>
                    <a:pt x="5070" y="3"/>
                    <a:pt x="5056" y="1"/>
                    <a:pt x="5043" y="1"/>
                  </a:cubicBezTo>
                  <a:cubicBezTo>
                    <a:pt x="4966" y="1"/>
                    <a:pt x="4906" y="56"/>
                    <a:pt x="4906" y="137"/>
                  </a:cubicBezTo>
                  <a:cubicBezTo>
                    <a:pt x="4811" y="673"/>
                    <a:pt x="4549" y="1161"/>
                    <a:pt x="4132" y="1518"/>
                  </a:cubicBezTo>
                  <a:cubicBezTo>
                    <a:pt x="3715" y="1875"/>
                    <a:pt x="3180" y="2090"/>
                    <a:pt x="2620" y="2090"/>
                  </a:cubicBezTo>
                  <a:cubicBezTo>
                    <a:pt x="2072" y="2090"/>
                    <a:pt x="1537" y="1887"/>
                    <a:pt x="1120" y="1518"/>
                  </a:cubicBezTo>
                  <a:cubicBezTo>
                    <a:pt x="703" y="1161"/>
                    <a:pt x="441" y="673"/>
                    <a:pt x="346" y="137"/>
                  </a:cubicBezTo>
                  <a:cubicBezTo>
                    <a:pt x="336" y="56"/>
                    <a:pt x="265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1007052" y="2185106"/>
              <a:ext cx="19003" cy="70153"/>
            </a:xfrm>
            <a:custGeom>
              <a:rect b="b" l="l" r="r" t="t"/>
              <a:pathLst>
                <a:path extrusionOk="0" h="2204" w="597">
                  <a:moveTo>
                    <a:pt x="453" y="1"/>
                  </a:moveTo>
                  <a:cubicBezTo>
                    <a:pt x="418" y="1"/>
                    <a:pt x="394" y="24"/>
                    <a:pt x="382" y="36"/>
                  </a:cubicBezTo>
                  <a:lnTo>
                    <a:pt x="60" y="334"/>
                  </a:lnTo>
                  <a:cubicBezTo>
                    <a:pt x="25" y="358"/>
                    <a:pt x="1" y="405"/>
                    <a:pt x="1" y="453"/>
                  </a:cubicBezTo>
                  <a:cubicBezTo>
                    <a:pt x="1" y="513"/>
                    <a:pt x="48" y="584"/>
                    <a:pt x="108" y="584"/>
                  </a:cubicBezTo>
                  <a:cubicBezTo>
                    <a:pt x="120" y="584"/>
                    <a:pt x="156" y="572"/>
                    <a:pt x="167" y="560"/>
                  </a:cubicBezTo>
                  <a:lnTo>
                    <a:pt x="275" y="417"/>
                  </a:lnTo>
                  <a:lnTo>
                    <a:pt x="275" y="2108"/>
                  </a:lnTo>
                  <a:cubicBezTo>
                    <a:pt x="275" y="2179"/>
                    <a:pt x="346" y="2203"/>
                    <a:pt x="441" y="2203"/>
                  </a:cubicBezTo>
                  <a:cubicBezTo>
                    <a:pt x="513" y="2203"/>
                    <a:pt x="596" y="2179"/>
                    <a:pt x="596" y="2108"/>
                  </a:cubicBezTo>
                  <a:lnTo>
                    <a:pt x="596" y="96"/>
                  </a:lnTo>
                  <a:cubicBezTo>
                    <a:pt x="584" y="48"/>
                    <a:pt x="513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8" name="Google Shape;308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2350" y="4390850"/>
            <a:ext cx="868475" cy="23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3953" y="3664742"/>
            <a:ext cx="868475" cy="2361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35"/>
          <p:cNvGrpSpPr/>
          <p:nvPr/>
        </p:nvGrpSpPr>
        <p:grpSpPr>
          <a:xfrm>
            <a:off x="5992219" y="4185951"/>
            <a:ext cx="283985" cy="341080"/>
            <a:chOff x="1493849" y="2775533"/>
            <a:chExt cx="283985" cy="341080"/>
          </a:xfrm>
        </p:grpSpPr>
        <p:sp>
          <p:nvSpPr>
            <p:cNvPr id="311" name="Google Shape;311;p35"/>
            <p:cNvSpPr/>
            <p:nvPr/>
          </p:nvSpPr>
          <p:spPr>
            <a:xfrm>
              <a:off x="1493849" y="2775533"/>
              <a:ext cx="283985" cy="341080"/>
            </a:xfrm>
            <a:custGeom>
              <a:rect b="b" l="l" r="r" t="t"/>
              <a:pathLst>
                <a:path extrusionOk="0" h="10741" w="8943">
                  <a:moveTo>
                    <a:pt x="8430" y="1013"/>
                  </a:moveTo>
                  <a:cubicBezTo>
                    <a:pt x="8466" y="1013"/>
                    <a:pt x="8514" y="1025"/>
                    <a:pt x="8549" y="1061"/>
                  </a:cubicBezTo>
                  <a:cubicBezTo>
                    <a:pt x="8573" y="1084"/>
                    <a:pt x="8585" y="1132"/>
                    <a:pt x="8585" y="1180"/>
                  </a:cubicBezTo>
                  <a:lnTo>
                    <a:pt x="8585" y="1846"/>
                  </a:lnTo>
                  <a:cubicBezTo>
                    <a:pt x="8585" y="2454"/>
                    <a:pt x="8454" y="2906"/>
                    <a:pt x="8192" y="3204"/>
                  </a:cubicBezTo>
                  <a:cubicBezTo>
                    <a:pt x="7954" y="3466"/>
                    <a:pt x="7633" y="3585"/>
                    <a:pt x="7323" y="3716"/>
                  </a:cubicBezTo>
                  <a:cubicBezTo>
                    <a:pt x="7180" y="3775"/>
                    <a:pt x="7025" y="3835"/>
                    <a:pt x="6894" y="3918"/>
                  </a:cubicBezTo>
                  <a:cubicBezTo>
                    <a:pt x="7037" y="3466"/>
                    <a:pt x="7121" y="2989"/>
                    <a:pt x="7121" y="2501"/>
                  </a:cubicBezTo>
                  <a:lnTo>
                    <a:pt x="7121" y="1811"/>
                  </a:lnTo>
                  <a:cubicBezTo>
                    <a:pt x="7335" y="1811"/>
                    <a:pt x="7549" y="1715"/>
                    <a:pt x="7680" y="1513"/>
                  </a:cubicBezTo>
                  <a:lnTo>
                    <a:pt x="7799" y="1334"/>
                  </a:lnTo>
                  <a:cubicBezTo>
                    <a:pt x="7954" y="1132"/>
                    <a:pt x="8168" y="1013"/>
                    <a:pt x="8430" y="1013"/>
                  </a:cubicBezTo>
                  <a:close/>
                  <a:moveTo>
                    <a:pt x="453" y="1025"/>
                  </a:moveTo>
                  <a:cubicBezTo>
                    <a:pt x="703" y="1025"/>
                    <a:pt x="929" y="1144"/>
                    <a:pt x="1072" y="1358"/>
                  </a:cubicBezTo>
                  <a:lnTo>
                    <a:pt x="1191" y="1537"/>
                  </a:lnTo>
                  <a:cubicBezTo>
                    <a:pt x="1322" y="1703"/>
                    <a:pt x="1537" y="1834"/>
                    <a:pt x="1763" y="1834"/>
                  </a:cubicBezTo>
                  <a:lnTo>
                    <a:pt x="1763" y="2513"/>
                  </a:lnTo>
                  <a:cubicBezTo>
                    <a:pt x="1763" y="2989"/>
                    <a:pt x="1834" y="3466"/>
                    <a:pt x="1977" y="3930"/>
                  </a:cubicBezTo>
                  <a:cubicBezTo>
                    <a:pt x="1846" y="3835"/>
                    <a:pt x="1703" y="3775"/>
                    <a:pt x="1548" y="3716"/>
                  </a:cubicBezTo>
                  <a:cubicBezTo>
                    <a:pt x="1239" y="3597"/>
                    <a:pt x="929" y="3466"/>
                    <a:pt x="691" y="3204"/>
                  </a:cubicBezTo>
                  <a:cubicBezTo>
                    <a:pt x="417" y="2906"/>
                    <a:pt x="286" y="2454"/>
                    <a:pt x="286" y="1846"/>
                  </a:cubicBezTo>
                  <a:lnTo>
                    <a:pt x="286" y="1191"/>
                  </a:lnTo>
                  <a:cubicBezTo>
                    <a:pt x="286" y="1144"/>
                    <a:pt x="298" y="1096"/>
                    <a:pt x="334" y="1072"/>
                  </a:cubicBezTo>
                  <a:cubicBezTo>
                    <a:pt x="358" y="1037"/>
                    <a:pt x="405" y="1025"/>
                    <a:pt x="453" y="1025"/>
                  </a:cubicBezTo>
                  <a:close/>
                  <a:moveTo>
                    <a:pt x="7097" y="299"/>
                  </a:moveTo>
                  <a:lnTo>
                    <a:pt x="7097" y="668"/>
                  </a:lnTo>
                  <a:lnTo>
                    <a:pt x="5739" y="668"/>
                  </a:lnTo>
                  <a:cubicBezTo>
                    <a:pt x="5656" y="668"/>
                    <a:pt x="5585" y="739"/>
                    <a:pt x="5585" y="834"/>
                  </a:cubicBezTo>
                  <a:cubicBezTo>
                    <a:pt x="5585" y="918"/>
                    <a:pt x="5656" y="1001"/>
                    <a:pt x="5739" y="1001"/>
                  </a:cubicBezTo>
                  <a:lnTo>
                    <a:pt x="6775" y="1001"/>
                  </a:lnTo>
                  <a:lnTo>
                    <a:pt x="6775" y="2513"/>
                  </a:lnTo>
                  <a:cubicBezTo>
                    <a:pt x="6787" y="3882"/>
                    <a:pt x="6132" y="5192"/>
                    <a:pt x="5013" y="6014"/>
                  </a:cubicBezTo>
                  <a:lnTo>
                    <a:pt x="4894" y="6097"/>
                  </a:lnTo>
                  <a:cubicBezTo>
                    <a:pt x="4870" y="6097"/>
                    <a:pt x="4835" y="6085"/>
                    <a:pt x="4811" y="6085"/>
                  </a:cubicBezTo>
                  <a:lnTo>
                    <a:pt x="4037" y="6085"/>
                  </a:lnTo>
                  <a:cubicBezTo>
                    <a:pt x="4001" y="6085"/>
                    <a:pt x="3977" y="6085"/>
                    <a:pt x="3942" y="6097"/>
                  </a:cubicBezTo>
                  <a:lnTo>
                    <a:pt x="3823" y="6014"/>
                  </a:lnTo>
                  <a:cubicBezTo>
                    <a:pt x="2727" y="5192"/>
                    <a:pt x="2060" y="3882"/>
                    <a:pt x="2060" y="2513"/>
                  </a:cubicBezTo>
                  <a:lnTo>
                    <a:pt x="2060" y="1001"/>
                  </a:lnTo>
                  <a:lnTo>
                    <a:pt x="5013" y="1001"/>
                  </a:lnTo>
                  <a:cubicBezTo>
                    <a:pt x="5108" y="1001"/>
                    <a:pt x="5180" y="918"/>
                    <a:pt x="5180" y="834"/>
                  </a:cubicBezTo>
                  <a:cubicBezTo>
                    <a:pt x="5180" y="739"/>
                    <a:pt x="5108" y="668"/>
                    <a:pt x="5013" y="668"/>
                  </a:cubicBezTo>
                  <a:lnTo>
                    <a:pt x="1727" y="668"/>
                  </a:lnTo>
                  <a:lnTo>
                    <a:pt x="1727" y="299"/>
                  </a:lnTo>
                  <a:close/>
                  <a:moveTo>
                    <a:pt x="4823" y="6395"/>
                  </a:moveTo>
                  <a:cubicBezTo>
                    <a:pt x="4882" y="6395"/>
                    <a:pt x="4930" y="6442"/>
                    <a:pt x="4930" y="6502"/>
                  </a:cubicBezTo>
                  <a:lnTo>
                    <a:pt x="4930" y="6621"/>
                  </a:lnTo>
                  <a:cubicBezTo>
                    <a:pt x="4930" y="6680"/>
                    <a:pt x="4882" y="6728"/>
                    <a:pt x="4823" y="6728"/>
                  </a:cubicBezTo>
                  <a:lnTo>
                    <a:pt x="4049" y="6728"/>
                  </a:lnTo>
                  <a:cubicBezTo>
                    <a:pt x="3989" y="6728"/>
                    <a:pt x="3942" y="6680"/>
                    <a:pt x="3942" y="6621"/>
                  </a:cubicBezTo>
                  <a:lnTo>
                    <a:pt x="3942" y="6502"/>
                  </a:lnTo>
                  <a:cubicBezTo>
                    <a:pt x="3942" y="6442"/>
                    <a:pt x="3989" y="6395"/>
                    <a:pt x="4049" y="6395"/>
                  </a:cubicBezTo>
                  <a:close/>
                  <a:moveTo>
                    <a:pt x="4620" y="7037"/>
                  </a:moveTo>
                  <a:lnTo>
                    <a:pt x="4620" y="8573"/>
                  </a:lnTo>
                  <a:lnTo>
                    <a:pt x="4239" y="8573"/>
                  </a:lnTo>
                  <a:lnTo>
                    <a:pt x="4239" y="7037"/>
                  </a:lnTo>
                  <a:close/>
                  <a:moveTo>
                    <a:pt x="5418" y="8883"/>
                  </a:moveTo>
                  <a:cubicBezTo>
                    <a:pt x="5525" y="8883"/>
                    <a:pt x="5608" y="8978"/>
                    <a:pt x="5608" y="9073"/>
                  </a:cubicBezTo>
                  <a:lnTo>
                    <a:pt x="5608" y="9252"/>
                  </a:lnTo>
                  <a:lnTo>
                    <a:pt x="4215" y="9252"/>
                  </a:lnTo>
                  <a:cubicBezTo>
                    <a:pt x="4120" y="9252"/>
                    <a:pt x="4049" y="9335"/>
                    <a:pt x="4049" y="9419"/>
                  </a:cubicBezTo>
                  <a:cubicBezTo>
                    <a:pt x="4049" y="9514"/>
                    <a:pt x="4120" y="9585"/>
                    <a:pt x="4215" y="9585"/>
                  </a:cubicBezTo>
                  <a:lnTo>
                    <a:pt x="6370" y="9585"/>
                  </a:lnTo>
                  <a:cubicBezTo>
                    <a:pt x="6382" y="9585"/>
                    <a:pt x="6406" y="9597"/>
                    <a:pt x="6418" y="9609"/>
                  </a:cubicBezTo>
                  <a:lnTo>
                    <a:pt x="6561" y="10371"/>
                  </a:lnTo>
                  <a:cubicBezTo>
                    <a:pt x="6561" y="10383"/>
                    <a:pt x="6561" y="10407"/>
                    <a:pt x="6549" y="10407"/>
                  </a:cubicBezTo>
                  <a:cubicBezTo>
                    <a:pt x="6549" y="10407"/>
                    <a:pt x="6537" y="10419"/>
                    <a:pt x="6525" y="10419"/>
                  </a:cubicBezTo>
                  <a:lnTo>
                    <a:pt x="2370" y="10419"/>
                  </a:lnTo>
                  <a:cubicBezTo>
                    <a:pt x="2358" y="10419"/>
                    <a:pt x="2334" y="10407"/>
                    <a:pt x="2334" y="10407"/>
                  </a:cubicBezTo>
                  <a:cubicBezTo>
                    <a:pt x="2334" y="10407"/>
                    <a:pt x="2322" y="10383"/>
                    <a:pt x="2322" y="10371"/>
                  </a:cubicBezTo>
                  <a:lnTo>
                    <a:pt x="2477" y="9609"/>
                  </a:lnTo>
                  <a:cubicBezTo>
                    <a:pt x="2477" y="9597"/>
                    <a:pt x="2489" y="9585"/>
                    <a:pt x="2513" y="9585"/>
                  </a:cubicBezTo>
                  <a:lnTo>
                    <a:pt x="3489" y="9585"/>
                  </a:lnTo>
                  <a:cubicBezTo>
                    <a:pt x="3573" y="9585"/>
                    <a:pt x="3644" y="9514"/>
                    <a:pt x="3644" y="9419"/>
                  </a:cubicBezTo>
                  <a:cubicBezTo>
                    <a:pt x="3644" y="9335"/>
                    <a:pt x="3573" y="9252"/>
                    <a:pt x="3489" y="9252"/>
                  </a:cubicBezTo>
                  <a:lnTo>
                    <a:pt x="3263" y="9252"/>
                  </a:lnTo>
                  <a:lnTo>
                    <a:pt x="3263" y="9073"/>
                  </a:lnTo>
                  <a:cubicBezTo>
                    <a:pt x="3263" y="8978"/>
                    <a:pt x="3346" y="8883"/>
                    <a:pt x="3453" y="8883"/>
                  </a:cubicBezTo>
                  <a:close/>
                  <a:moveTo>
                    <a:pt x="1739" y="1"/>
                  </a:moveTo>
                  <a:cubicBezTo>
                    <a:pt x="1572" y="1"/>
                    <a:pt x="1441" y="132"/>
                    <a:pt x="1441" y="299"/>
                  </a:cubicBezTo>
                  <a:lnTo>
                    <a:pt x="1441" y="703"/>
                  </a:lnTo>
                  <a:cubicBezTo>
                    <a:pt x="1441" y="858"/>
                    <a:pt x="1572" y="1001"/>
                    <a:pt x="1739" y="1001"/>
                  </a:cubicBezTo>
                  <a:lnTo>
                    <a:pt x="1775" y="1001"/>
                  </a:lnTo>
                  <a:lnTo>
                    <a:pt x="1775" y="1513"/>
                  </a:lnTo>
                  <a:cubicBezTo>
                    <a:pt x="1656" y="1513"/>
                    <a:pt x="1537" y="1453"/>
                    <a:pt x="1477" y="1358"/>
                  </a:cubicBezTo>
                  <a:lnTo>
                    <a:pt x="1358" y="1180"/>
                  </a:lnTo>
                  <a:cubicBezTo>
                    <a:pt x="1156" y="882"/>
                    <a:pt x="822" y="715"/>
                    <a:pt x="477" y="715"/>
                  </a:cubicBezTo>
                  <a:cubicBezTo>
                    <a:pt x="346" y="715"/>
                    <a:pt x="227" y="763"/>
                    <a:pt x="132" y="846"/>
                  </a:cubicBezTo>
                  <a:cubicBezTo>
                    <a:pt x="48" y="941"/>
                    <a:pt x="1" y="1049"/>
                    <a:pt x="1" y="1191"/>
                  </a:cubicBezTo>
                  <a:lnTo>
                    <a:pt x="1" y="1846"/>
                  </a:lnTo>
                  <a:cubicBezTo>
                    <a:pt x="1" y="3418"/>
                    <a:pt x="798" y="3751"/>
                    <a:pt x="1465" y="4013"/>
                  </a:cubicBezTo>
                  <a:cubicBezTo>
                    <a:pt x="1810" y="4168"/>
                    <a:pt x="2144" y="4299"/>
                    <a:pt x="2299" y="4609"/>
                  </a:cubicBezTo>
                  <a:cubicBezTo>
                    <a:pt x="2334" y="4704"/>
                    <a:pt x="2322" y="4775"/>
                    <a:pt x="2263" y="4847"/>
                  </a:cubicBezTo>
                  <a:cubicBezTo>
                    <a:pt x="2212" y="4914"/>
                    <a:pt x="2120" y="4946"/>
                    <a:pt x="2041" y="4946"/>
                  </a:cubicBezTo>
                  <a:cubicBezTo>
                    <a:pt x="2008" y="4946"/>
                    <a:pt x="1978" y="4940"/>
                    <a:pt x="1953" y="4930"/>
                  </a:cubicBezTo>
                  <a:cubicBezTo>
                    <a:pt x="1834" y="4882"/>
                    <a:pt x="1822" y="4728"/>
                    <a:pt x="1834" y="4632"/>
                  </a:cubicBezTo>
                  <a:cubicBezTo>
                    <a:pt x="1834" y="4537"/>
                    <a:pt x="1775" y="4466"/>
                    <a:pt x="1679" y="4466"/>
                  </a:cubicBezTo>
                  <a:cubicBezTo>
                    <a:pt x="1596" y="4466"/>
                    <a:pt x="1513" y="4525"/>
                    <a:pt x="1513" y="4609"/>
                  </a:cubicBezTo>
                  <a:cubicBezTo>
                    <a:pt x="1513" y="4740"/>
                    <a:pt x="1537" y="5085"/>
                    <a:pt x="1834" y="5228"/>
                  </a:cubicBezTo>
                  <a:cubicBezTo>
                    <a:pt x="1906" y="5252"/>
                    <a:pt x="1965" y="5263"/>
                    <a:pt x="2037" y="5263"/>
                  </a:cubicBezTo>
                  <a:cubicBezTo>
                    <a:pt x="2203" y="5263"/>
                    <a:pt x="2382" y="5192"/>
                    <a:pt x="2489" y="5073"/>
                  </a:cubicBezTo>
                  <a:cubicBezTo>
                    <a:pt x="2501" y="5061"/>
                    <a:pt x="2513" y="5049"/>
                    <a:pt x="2513" y="5025"/>
                  </a:cubicBezTo>
                  <a:cubicBezTo>
                    <a:pt x="2811" y="5502"/>
                    <a:pt x="3215" y="5942"/>
                    <a:pt x="3680" y="6275"/>
                  </a:cubicBezTo>
                  <a:lnTo>
                    <a:pt x="3703" y="6299"/>
                  </a:lnTo>
                  <a:cubicBezTo>
                    <a:pt x="3656" y="6347"/>
                    <a:pt x="3644" y="6430"/>
                    <a:pt x="3644" y="6514"/>
                  </a:cubicBezTo>
                  <a:lnTo>
                    <a:pt x="3644" y="6633"/>
                  </a:lnTo>
                  <a:cubicBezTo>
                    <a:pt x="3644" y="6835"/>
                    <a:pt x="3775" y="6990"/>
                    <a:pt x="3965" y="7037"/>
                  </a:cubicBezTo>
                  <a:lnTo>
                    <a:pt x="3965" y="8585"/>
                  </a:lnTo>
                  <a:lnTo>
                    <a:pt x="3489" y="8585"/>
                  </a:lnTo>
                  <a:cubicBezTo>
                    <a:pt x="3203" y="8585"/>
                    <a:pt x="2977" y="8811"/>
                    <a:pt x="2977" y="9085"/>
                  </a:cubicBezTo>
                  <a:lnTo>
                    <a:pt x="2977" y="9264"/>
                  </a:lnTo>
                  <a:lnTo>
                    <a:pt x="2549" y="9264"/>
                  </a:lnTo>
                  <a:cubicBezTo>
                    <a:pt x="2382" y="9264"/>
                    <a:pt x="2239" y="9383"/>
                    <a:pt x="2203" y="9550"/>
                  </a:cubicBezTo>
                  <a:lnTo>
                    <a:pt x="2060" y="10312"/>
                  </a:lnTo>
                  <a:cubicBezTo>
                    <a:pt x="2037" y="10419"/>
                    <a:pt x="2060" y="10514"/>
                    <a:pt x="2132" y="10609"/>
                  </a:cubicBezTo>
                  <a:cubicBezTo>
                    <a:pt x="2203" y="10693"/>
                    <a:pt x="2299" y="10740"/>
                    <a:pt x="2394" y="10740"/>
                  </a:cubicBezTo>
                  <a:lnTo>
                    <a:pt x="6549" y="10740"/>
                  </a:lnTo>
                  <a:cubicBezTo>
                    <a:pt x="6656" y="10740"/>
                    <a:pt x="6763" y="10693"/>
                    <a:pt x="6823" y="10609"/>
                  </a:cubicBezTo>
                  <a:cubicBezTo>
                    <a:pt x="6894" y="10514"/>
                    <a:pt x="6906" y="10419"/>
                    <a:pt x="6894" y="10312"/>
                  </a:cubicBezTo>
                  <a:lnTo>
                    <a:pt x="6740" y="9550"/>
                  </a:lnTo>
                  <a:cubicBezTo>
                    <a:pt x="6716" y="9383"/>
                    <a:pt x="6561" y="9264"/>
                    <a:pt x="6406" y="9264"/>
                  </a:cubicBezTo>
                  <a:lnTo>
                    <a:pt x="5966" y="9264"/>
                  </a:lnTo>
                  <a:lnTo>
                    <a:pt x="5966" y="9085"/>
                  </a:lnTo>
                  <a:cubicBezTo>
                    <a:pt x="5966" y="8811"/>
                    <a:pt x="5751" y="8585"/>
                    <a:pt x="5466" y="8585"/>
                  </a:cubicBezTo>
                  <a:lnTo>
                    <a:pt x="4989" y="8585"/>
                  </a:lnTo>
                  <a:lnTo>
                    <a:pt x="4989" y="7037"/>
                  </a:lnTo>
                  <a:cubicBezTo>
                    <a:pt x="5168" y="6990"/>
                    <a:pt x="5299" y="6835"/>
                    <a:pt x="5299" y="6633"/>
                  </a:cubicBezTo>
                  <a:lnTo>
                    <a:pt x="5299" y="6502"/>
                  </a:lnTo>
                  <a:cubicBezTo>
                    <a:pt x="5299" y="6430"/>
                    <a:pt x="5275" y="6359"/>
                    <a:pt x="5239" y="6275"/>
                  </a:cubicBezTo>
                  <a:lnTo>
                    <a:pt x="5275" y="6264"/>
                  </a:lnTo>
                  <a:cubicBezTo>
                    <a:pt x="5728" y="5918"/>
                    <a:pt x="6132" y="5490"/>
                    <a:pt x="6430" y="5013"/>
                  </a:cubicBezTo>
                  <a:cubicBezTo>
                    <a:pt x="6442" y="5025"/>
                    <a:pt x="6466" y="5049"/>
                    <a:pt x="6466" y="5061"/>
                  </a:cubicBezTo>
                  <a:cubicBezTo>
                    <a:pt x="6585" y="5180"/>
                    <a:pt x="6740" y="5252"/>
                    <a:pt x="6906" y="5252"/>
                  </a:cubicBezTo>
                  <a:cubicBezTo>
                    <a:pt x="6978" y="5252"/>
                    <a:pt x="7061" y="5240"/>
                    <a:pt x="7121" y="5204"/>
                  </a:cubicBezTo>
                  <a:cubicBezTo>
                    <a:pt x="7418" y="5073"/>
                    <a:pt x="7442" y="4751"/>
                    <a:pt x="7430" y="4597"/>
                  </a:cubicBezTo>
                  <a:cubicBezTo>
                    <a:pt x="7430" y="4513"/>
                    <a:pt x="7359" y="4454"/>
                    <a:pt x="7263" y="4454"/>
                  </a:cubicBezTo>
                  <a:cubicBezTo>
                    <a:pt x="7180" y="4454"/>
                    <a:pt x="7121" y="4525"/>
                    <a:pt x="7121" y="4609"/>
                  </a:cubicBezTo>
                  <a:cubicBezTo>
                    <a:pt x="7121" y="4716"/>
                    <a:pt x="7097" y="4871"/>
                    <a:pt x="7002" y="4906"/>
                  </a:cubicBezTo>
                  <a:cubicBezTo>
                    <a:pt x="6975" y="4920"/>
                    <a:pt x="6945" y="4925"/>
                    <a:pt x="6913" y="4925"/>
                  </a:cubicBezTo>
                  <a:cubicBezTo>
                    <a:pt x="6831" y="4925"/>
                    <a:pt x="6740" y="4886"/>
                    <a:pt x="6680" y="4835"/>
                  </a:cubicBezTo>
                  <a:cubicBezTo>
                    <a:pt x="6621" y="4775"/>
                    <a:pt x="6609" y="4692"/>
                    <a:pt x="6656" y="4597"/>
                  </a:cubicBezTo>
                  <a:cubicBezTo>
                    <a:pt x="6799" y="4287"/>
                    <a:pt x="7121" y="4156"/>
                    <a:pt x="7490" y="4001"/>
                  </a:cubicBezTo>
                  <a:cubicBezTo>
                    <a:pt x="8145" y="3739"/>
                    <a:pt x="8942" y="3406"/>
                    <a:pt x="8942" y="1834"/>
                  </a:cubicBezTo>
                  <a:lnTo>
                    <a:pt x="8942" y="1180"/>
                  </a:lnTo>
                  <a:cubicBezTo>
                    <a:pt x="8907" y="1061"/>
                    <a:pt x="8847" y="941"/>
                    <a:pt x="8752" y="846"/>
                  </a:cubicBezTo>
                  <a:cubicBezTo>
                    <a:pt x="8668" y="763"/>
                    <a:pt x="8549" y="715"/>
                    <a:pt x="8406" y="715"/>
                  </a:cubicBezTo>
                  <a:cubicBezTo>
                    <a:pt x="8049" y="715"/>
                    <a:pt x="7728" y="894"/>
                    <a:pt x="7537" y="1180"/>
                  </a:cubicBezTo>
                  <a:lnTo>
                    <a:pt x="7418" y="1358"/>
                  </a:lnTo>
                  <a:cubicBezTo>
                    <a:pt x="7335" y="1453"/>
                    <a:pt x="7240" y="1513"/>
                    <a:pt x="7121" y="1513"/>
                  </a:cubicBezTo>
                  <a:lnTo>
                    <a:pt x="7121" y="1001"/>
                  </a:lnTo>
                  <a:lnTo>
                    <a:pt x="7144" y="1001"/>
                  </a:lnTo>
                  <a:cubicBezTo>
                    <a:pt x="7311" y="1001"/>
                    <a:pt x="7442" y="858"/>
                    <a:pt x="7442" y="703"/>
                  </a:cubicBezTo>
                  <a:lnTo>
                    <a:pt x="7442" y="299"/>
                  </a:lnTo>
                  <a:cubicBezTo>
                    <a:pt x="7442" y="132"/>
                    <a:pt x="7311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1590638" y="2834153"/>
              <a:ext cx="88501" cy="84754"/>
            </a:xfrm>
            <a:custGeom>
              <a:rect b="b" l="l" r="r" t="t"/>
              <a:pathLst>
                <a:path extrusionOk="0" h="2669" w="2787">
                  <a:moveTo>
                    <a:pt x="1358" y="488"/>
                  </a:moveTo>
                  <a:lnTo>
                    <a:pt x="1596" y="977"/>
                  </a:lnTo>
                  <a:cubicBezTo>
                    <a:pt x="1632" y="1036"/>
                    <a:pt x="1668" y="1072"/>
                    <a:pt x="1751" y="1084"/>
                  </a:cubicBezTo>
                  <a:lnTo>
                    <a:pt x="2299" y="1155"/>
                  </a:lnTo>
                  <a:lnTo>
                    <a:pt x="1929" y="1548"/>
                  </a:lnTo>
                  <a:cubicBezTo>
                    <a:pt x="1882" y="1596"/>
                    <a:pt x="1870" y="1655"/>
                    <a:pt x="1870" y="1715"/>
                  </a:cubicBezTo>
                  <a:lnTo>
                    <a:pt x="1953" y="2263"/>
                  </a:lnTo>
                  <a:lnTo>
                    <a:pt x="1465" y="2012"/>
                  </a:lnTo>
                  <a:cubicBezTo>
                    <a:pt x="1429" y="1989"/>
                    <a:pt x="1406" y="1989"/>
                    <a:pt x="1370" y="1989"/>
                  </a:cubicBezTo>
                  <a:cubicBezTo>
                    <a:pt x="1346" y="1989"/>
                    <a:pt x="1310" y="1989"/>
                    <a:pt x="1287" y="2012"/>
                  </a:cubicBezTo>
                  <a:lnTo>
                    <a:pt x="798" y="2263"/>
                  </a:lnTo>
                  <a:lnTo>
                    <a:pt x="882" y="1715"/>
                  </a:lnTo>
                  <a:cubicBezTo>
                    <a:pt x="894" y="1655"/>
                    <a:pt x="870" y="1596"/>
                    <a:pt x="822" y="1548"/>
                  </a:cubicBezTo>
                  <a:lnTo>
                    <a:pt x="417" y="1155"/>
                  </a:lnTo>
                  <a:lnTo>
                    <a:pt x="977" y="1084"/>
                  </a:lnTo>
                  <a:cubicBezTo>
                    <a:pt x="1036" y="1072"/>
                    <a:pt x="1096" y="1036"/>
                    <a:pt x="1120" y="977"/>
                  </a:cubicBezTo>
                  <a:lnTo>
                    <a:pt x="1358" y="488"/>
                  </a:lnTo>
                  <a:close/>
                  <a:moveTo>
                    <a:pt x="1406" y="0"/>
                  </a:moveTo>
                  <a:cubicBezTo>
                    <a:pt x="1334" y="0"/>
                    <a:pt x="1275" y="48"/>
                    <a:pt x="1239" y="107"/>
                  </a:cubicBezTo>
                  <a:lnTo>
                    <a:pt x="917" y="774"/>
                  </a:lnTo>
                  <a:lnTo>
                    <a:pt x="179" y="881"/>
                  </a:lnTo>
                  <a:cubicBezTo>
                    <a:pt x="108" y="893"/>
                    <a:pt x="48" y="941"/>
                    <a:pt x="36" y="1012"/>
                  </a:cubicBezTo>
                  <a:cubicBezTo>
                    <a:pt x="1" y="1084"/>
                    <a:pt x="36" y="1155"/>
                    <a:pt x="84" y="1203"/>
                  </a:cubicBezTo>
                  <a:lnTo>
                    <a:pt x="620" y="1727"/>
                  </a:lnTo>
                  <a:lnTo>
                    <a:pt x="501" y="2453"/>
                  </a:lnTo>
                  <a:cubicBezTo>
                    <a:pt x="477" y="2524"/>
                    <a:pt x="513" y="2608"/>
                    <a:pt x="572" y="2632"/>
                  </a:cubicBezTo>
                  <a:cubicBezTo>
                    <a:pt x="604" y="2657"/>
                    <a:pt x="639" y="2669"/>
                    <a:pt x="674" y="2669"/>
                  </a:cubicBezTo>
                  <a:cubicBezTo>
                    <a:pt x="705" y="2669"/>
                    <a:pt x="735" y="2660"/>
                    <a:pt x="763" y="2644"/>
                  </a:cubicBezTo>
                  <a:lnTo>
                    <a:pt x="1417" y="2310"/>
                  </a:lnTo>
                  <a:lnTo>
                    <a:pt x="2072" y="2644"/>
                  </a:lnTo>
                  <a:cubicBezTo>
                    <a:pt x="2108" y="2667"/>
                    <a:pt x="2132" y="2667"/>
                    <a:pt x="2168" y="2667"/>
                  </a:cubicBezTo>
                  <a:cubicBezTo>
                    <a:pt x="2203" y="2667"/>
                    <a:pt x="2239" y="2644"/>
                    <a:pt x="2263" y="2632"/>
                  </a:cubicBezTo>
                  <a:cubicBezTo>
                    <a:pt x="2322" y="2584"/>
                    <a:pt x="2358" y="2513"/>
                    <a:pt x="2346" y="2453"/>
                  </a:cubicBezTo>
                  <a:lnTo>
                    <a:pt x="2227" y="1727"/>
                  </a:lnTo>
                  <a:lnTo>
                    <a:pt x="2763" y="1203"/>
                  </a:lnTo>
                  <a:cubicBezTo>
                    <a:pt x="2775" y="1155"/>
                    <a:pt x="2787" y="1084"/>
                    <a:pt x="2775" y="1012"/>
                  </a:cubicBezTo>
                  <a:cubicBezTo>
                    <a:pt x="2739" y="941"/>
                    <a:pt x="2703" y="893"/>
                    <a:pt x="2620" y="881"/>
                  </a:cubicBezTo>
                  <a:lnTo>
                    <a:pt x="1894" y="774"/>
                  </a:lnTo>
                  <a:lnTo>
                    <a:pt x="1572" y="107"/>
                  </a:lnTo>
                  <a:cubicBezTo>
                    <a:pt x="1537" y="48"/>
                    <a:pt x="1465" y="0"/>
                    <a:pt x="1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